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26"/>
  </p:notesMasterIdLst>
  <p:sldIdLst>
    <p:sldId id="256" r:id="rId3"/>
    <p:sldId id="257" r:id="rId4"/>
    <p:sldId id="348" r:id="rId5"/>
    <p:sldId id="259" r:id="rId6"/>
    <p:sldId id="260" r:id="rId7"/>
    <p:sldId id="7151" r:id="rId8"/>
    <p:sldId id="261" r:id="rId9"/>
    <p:sldId id="7135" r:id="rId10"/>
    <p:sldId id="264" r:id="rId11"/>
    <p:sldId id="265" r:id="rId12"/>
    <p:sldId id="7134" r:id="rId13"/>
    <p:sldId id="267" r:id="rId14"/>
    <p:sldId id="268" r:id="rId15"/>
    <p:sldId id="269" r:id="rId16"/>
    <p:sldId id="270" r:id="rId17"/>
    <p:sldId id="271" r:id="rId18"/>
    <p:sldId id="7136" r:id="rId19"/>
    <p:sldId id="273" r:id="rId20"/>
    <p:sldId id="7126" r:id="rId21"/>
    <p:sldId id="274" r:id="rId22"/>
    <p:sldId id="275" r:id="rId23"/>
    <p:sldId id="276" r:id="rId24"/>
    <p:sldId id="277" r:id="rId25"/>
  </p:sldIdLst>
  <p:sldSz cx="12192000" cy="6858000"/>
  <p:notesSz cx="6858000" cy="9144000"/>
  <p:defaultTextStyle>
    <a:lvl1pPr marL="0" lvl="0" algn="l" defTabSz="457200">
      <a:defRPr sz="1800" kern="1200">
        <a:solidFill>
          <a:schemeClr val="tx1"/>
        </a:solidFill>
        <a:latin typeface="Calibri" panose="020F0502020204030204"/>
        <a:ea typeface="等线" panose="02010600030101010101" charset="-122"/>
      </a:defRPr>
    </a:lvl1pPr>
    <a:lvl2pPr marL="457200" lvl="1" algn="l" defTabSz="457200">
      <a:defRPr sz="1800" kern="1200">
        <a:solidFill>
          <a:schemeClr val="tx1"/>
        </a:solidFill>
        <a:latin typeface="Calibri" panose="020F0502020204030204"/>
        <a:ea typeface="等线" panose="02010600030101010101" charset="-122"/>
      </a:defRPr>
    </a:lvl2pPr>
    <a:lvl3pPr marL="914400" lvl="2" algn="l" defTabSz="457200">
      <a:defRPr sz="1800" kern="1200">
        <a:solidFill>
          <a:schemeClr val="tx1"/>
        </a:solidFill>
        <a:latin typeface="Calibri" panose="020F0502020204030204"/>
        <a:ea typeface="等线" panose="02010600030101010101" charset="-122"/>
      </a:defRPr>
    </a:lvl3pPr>
    <a:lvl4pPr marL="1371600" lvl="3" algn="l" defTabSz="457200">
      <a:defRPr sz="1800" kern="1200">
        <a:solidFill>
          <a:schemeClr val="tx1"/>
        </a:solidFill>
        <a:latin typeface="Calibri" panose="020F0502020204030204"/>
        <a:ea typeface="等线" panose="02010600030101010101" charset="-122"/>
      </a:defRPr>
    </a:lvl4pPr>
    <a:lvl5pPr marL="1828800" lvl="4" algn="l" defTabSz="457200">
      <a:defRPr sz="1800" kern="1200">
        <a:solidFill>
          <a:schemeClr val="tx1"/>
        </a:solidFill>
        <a:latin typeface="Calibri" panose="020F0502020204030204"/>
        <a:ea typeface="等线" panose="02010600030101010101" charset="-122"/>
      </a:defRPr>
    </a:lvl5pPr>
    <a:lvl6pPr marL="2286000" lvl="5" algn="l" defTabSz="457200">
      <a:defRPr sz="1800" kern="1200">
        <a:solidFill>
          <a:schemeClr val="tx1"/>
        </a:solidFill>
        <a:latin typeface="Calibri" panose="020F0502020204030204"/>
        <a:ea typeface="等线" panose="02010600030101010101" charset="-122"/>
      </a:defRPr>
    </a:lvl6pPr>
    <a:lvl7pPr marL="2743200" lvl="6" algn="l" defTabSz="457200">
      <a:defRPr sz="1800" kern="1200">
        <a:solidFill>
          <a:schemeClr val="tx1"/>
        </a:solidFill>
        <a:latin typeface="Calibri" panose="020F0502020204030204"/>
        <a:ea typeface="等线" panose="02010600030101010101" charset="-122"/>
      </a:defRPr>
    </a:lvl7pPr>
    <a:lvl8pPr marL="3200400" lvl="7" algn="l" defTabSz="457200">
      <a:defRPr sz="1800" kern="1200">
        <a:solidFill>
          <a:schemeClr val="tx1"/>
        </a:solidFill>
        <a:latin typeface="Calibri" panose="020F0502020204030204"/>
        <a:ea typeface="等线" panose="02010600030101010101" charset="-122"/>
      </a:defRPr>
    </a:lvl8pPr>
    <a:lvl9pPr marL="3657600" lvl="8" algn="l" defTabSz="457200">
      <a:defRPr sz="1800" kern="1200">
        <a:solidFill>
          <a:schemeClr val="tx1"/>
        </a:solidFill>
        <a:latin typeface="Calibri" panose="020F0502020204030204"/>
        <a:ea typeface="等线" panose="02010600030101010101" charset="-122"/>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13B20-8BB8-B74B-ADB5-DA5707988F1E}" type="datetimeFigureOut">
              <a:rPr lang="zh-CN" altLang="en-US"/>
              <a:t>2021/4/29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8674F-E567-AA4B-8C16-788D7CE21C4F}" type="slidenum">
              <a:rPr/>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22C207FC-12A3-44FA-B18E-9CECF6B6C5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22C207FC-12A3-44FA-B18E-9CECF6B6C5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22C207FC-12A3-44FA-B18E-9CECF6B6C5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22C207FC-12A3-44FA-B18E-9CECF6B6C51A}"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418F03C3-53C1-4F10-8DAF-D1F318E96C6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7_Title Slid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First Slide">
    <p:spTree>
      <p:nvGrpSpPr>
        <p:cNvPr id="1" name=""/>
        <p:cNvGrpSpPr/>
        <p:nvPr/>
      </p:nvGrpSpPr>
      <p:grpSpPr>
        <a:xfrm>
          <a:off x="0" y="0"/>
          <a:ext cx="0" cy="0"/>
          <a:chOff x="0" y="0"/>
          <a:chExt cx="0" cy="0"/>
        </a:xfrm>
      </p:grpSpPr>
      <p:sp>
        <p:nvSpPr>
          <p:cNvPr id="15" name="Picture Placeholder 2"/>
          <p:cNvSpPr>
            <a:spLocks noGrp="1"/>
          </p:cNvSpPr>
          <p:nvPr>
            <p:ph type="pic" idx="17"/>
          </p:nvPr>
        </p:nvSpPr>
        <p:spPr>
          <a:xfrm>
            <a:off x="4064000" y="441961"/>
            <a:ext cx="4368800" cy="3083564"/>
          </a:xfrm>
          <a:custGeom>
            <a:avLst/>
            <a:gdLst/>
            <a:ahLst/>
            <a:cxnLst/>
            <a:rect l="l" t="t" r="r" b="b"/>
            <a:pathLst>
              <a:path w="4368800" h="3083564">
                <a:moveTo>
                  <a:pt x="4038600" y="0"/>
                </a:moveTo>
                <a:cubicBezTo>
                  <a:pt x="4220964" y="0"/>
                  <a:pt x="4368800" y="109435"/>
                  <a:pt x="4368800" y="244429"/>
                </a:cubicBezTo>
                <a:lnTo>
                  <a:pt x="4368800" y="2839135"/>
                </a:lnTo>
                <a:cubicBezTo>
                  <a:pt x="4368800" y="2974129"/>
                  <a:pt x="4220964" y="3083564"/>
                  <a:pt x="4038600" y="3083564"/>
                </a:cubicBezTo>
                <a:cubicBezTo>
                  <a:pt x="3856236" y="3083564"/>
                  <a:pt x="3708400" y="2974129"/>
                  <a:pt x="3708400" y="2839135"/>
                </a:cubicBezTo>
                <a:lnTo>
                  <a:pt x="3708400" y="244429"/>
                </a:lnTo>
                <a:cubicBezTo>
                  <a:pt x="3708400" y="109435"/>
                  <a:pt x="3856236" y="0"/>
                  <a:pt x="4038600" y="0"/>
                </a:cubicBezTo>
                <a:close/>
                <a:moveTo>
                  <a:pt x="3090333" y="0"/>
                </a:moveTo>
                <a:cubicBezTo>
                  <a:pt x="3272697" y="0"/>
                  <a:pt x="3420533" y="109435"/>
                  <a:pt x="3420533" y="244429"/>
                </a:cubicBezTo>
                <a:lnTo>
                  <a:pt x="3420533" y="2839135"/>
                </a:lnTo>
                <a:cubicBezTo>
                  <a:pt x="3420533" y="2974129"/>
                  <a:pt x="3272697" y="3083564"/>
                  <a:pt x="3090333" y="3083564"/>
                </a:cubicBezTo>
                <a:cubicBezTo>
                  <a:pt x="2907969" y="3083564"/>
                  <a:pt x="2760133" y="2974129"/>
                  <a:pt x="2760133" y="2839135"/>
                </a:cubicBezTo>
                <a:lnTo>
                  <a:pt x="2760133" y="244429"/>
                </a:lnTo>
                <a:cubicBezTo>
                  <a:pt x="2760133" y="109435"/>
                  <a:pt x="2907969" y="0"/>
                  <a:pt x="3090333" y="0"/>
                </a:cubicBezTo>
                <a:close/>
                <a:moveTo>
                  <a:pt x="2142067" y="0"/>
                </a:moveTo>
                <a:cubicBezTo>
                  <a:pt x="2324431" y="0"/>
                  <a:pt x="2472267" y="109435"/>
                  <a:pt x="2472267" y="244429"/>
                </a:cubicBezTo>
                <a:lnTo>
                  <a:pt x="2472267" y="2839135"/>
                </a:lnTo>
                <a:cubicBezTo>
                  <a:pt x="2472267" y="2974129"/>
                  <a:pt x="2324431" y="3083564"/>
                  <a:pt x="2142067" y="3083564"/>
                </a:cubicBezTo>
                <a:cubicBezTo>
                  <a:pt x="1959703" y="3083564"/>
                  <a:pt x="1811867" y="2974129"/>
                  <a:pt x="1811867" y="2839135"/>
                </a:cubicBezTo>
                <a:lnTo>
                  <a:pt x="1811867" y="244429"/>
                </a:lnTo>
                <a:cubicBezTo>
                  <a:pt x="1811867" y="109435"/>
                  <a:pt x="1959703" y="0"/>
                  <a:pt x="2142067" y="0"/>
                </a:cubicBezTo>
                <a:close/>
                <a:moveTo>
                  <a:pt x="1278467" y="0"/>
                </a:moveTo>
                <a:cubicBezTo>
                  <a:pt x="1460831" y="0"/>
                  <a:pt x="1608667" y="109435"/>
                  <a:pt x="1608667" y="244429"/>
                </a:cubicBezTo>
                <a:lnTo>
                  <a:pt x="1608667" y="2839135"/>
                </a:lnTo>
                <a:cubicBezTo>
                  <a:pt x="1608667" y="2974129"/>
                  <a:pt x="1460831" y="3083564"/>
                  <a:pt x="1278467" y="3083564"/>
                </a:cubicBezTo>
                <a:cubicBezTo>
                  <a:pt x="1096103" y="3083564"/>
                  <a:pt x="948267" y="2974129"/>
                  <a:pt x="948267" y="2839135"/>
                </a:cubicBezTo>
                <a:lnTo>
                  <a:pt x="948267" y="244429"/>
                </a:lnTo>
                <a:cubicBezTo>
                  <a:pt x="948267" y="109435"/>
                  <a:pt x="1096103" y="0"/>
                  <a:pt x="1278467" y="0"/>
                </a:cubicBezTo>
                <a:close/>
                <a:moveTo>
                  <a:pt x="330200" y="0"/>
                </a:moveTo>
                <a:cubicBezTo>
                  <a:pt x="512564" y="0"/>
                  <a:pt x="660400" y="109435"/>
                  <a:pt x="660400" y="244429"/>
                </a:cubicBezTo>
                <a:lnTo>
                  <a:pt x="660400" y="2839135"/>
                </a:lnTo>
                <a:cubicBezTo>
                  <a:pt x="660400" y="2974129"/>
                  <a:pt x="512564" y="3083564"/>
                  <a:pt x="330200" y="3083564"/>
                </a:cubicBezTo>
                <a:cubicBezTo>
                  <a:pt x="147836" y="3083564"/>
                  <a:pt x="0" y="2974129"/>
                  <a:pt x="0" y="2839135"/>
                </a:cubicBezTo>
                <a:lnTo>
                  <a:pt x="0" y="244429"/>
                </a:lnTo>
                <a:cubicBezTo>
                  <a:pt x="0" y="109435"/>
                  <a:pt x="147836" y="0"/>
                  <a:pt x="330200" y="0"/>
                </a:cubicBezTo>
                <a:close/>
              </a:path>
            </a:pathLst>
          </a:custGeom>
        </p:spPr>
        <p:txBody>
          <a:bodyPr vert="horz" lIns="95057" tIns="47529" rIns="95057" bIns="47529"/>
          <a:lstStyle>
            <a:lvl1pPr marL="0" lvl="0" indent="0" algn="ctr">
              <a:buNone/>
              <a:defRPr sz="1080">
                <a:solidFill>
                  <a:srgbClr val="7F7F7F"/>
                </a:solidFill>
                <a:latin typeface="Lato Regular"/>
              </a:defRPr>
            </a:lvl1pPr>
          </a:lstStyle>
          <a:p>
            <a:endParaRPr lang="en-US"/>
          </a:p>
        </p:txBody>
      </p:sp>
      <p:sp>
        <p:nvSpPr>
          <p:cNvPr id="8" name="Text Placeholder 7"/>
          <p:cNvSpPr>
            <a:spLocks noGrp="1"/>
          </p:cNvSpPr>
          <p:nvPr>
            <p:ph type="body" idx="10" hasCustomPrompt="1"/>
          </p:nvPr>
        </p:nvSpPr>
        <p:spPr>
          <a:xfrm>
            <a:off x="3954706" y="3801452"/>
            <a:ext cx="4511964" cy="431780"/>
          </a:xfrm>
          <a:prstGeom prst="rect">
            <a:avLst/>
          </a:prstGeom>
        </p:spPr>
        <p:txBody>
          <a:bodyPr vert="horz" lIns="0" tIns="40504" rIns="0" bIns="40504" anchor="ctr"/>
          <a:lstStyle>
            <a:lvl1pPr marL="0" lvl="0" indent="0" algn="ctr">
              <a:lnSpc>
                <a:spcPct val="100000"/>
              </a:lnSpc>
              <a:spcBef>
                <a:spcPts val="0"/>
              </a:spcBef>
              <a:buNone/>
              <a:defRPr sz="4200" b="1">
                <a:solidFill>
                  <a:schemeClr val="bg1"/>
                </a:solidFill>
                <a:latin typeface="Lato Hairline"/>
              </a:defRPr>
            </a:lvl1pPr>
          </a:lstStyle>
          <a:p>
            <a:pPr lvl="0"/>
            <a:r>
              <a:rPr lang="es-ES_tradnl"/>
              <a:t>TITLE HERE</a:t>
            </a:r>
          </a:p>
        </p:txBody>
      </p:sp>
      <p:sp>
        <p:nvSpPr>
          <p:cNvPr id="9" name="Text Placeholder 7"/>
          <p:cNvSpPr>
            <a:spLocks noGrp="1"/>
          </p:cNvSpPr>
          <p:nvPr>
            <p:ph type="body" idx="11" hasCustomPrompt="1"/>
          </p:nvPr>
        </p:nvSpPr>
        <p:spPr>
          <a:xfrm>
            <a:off x="3954706" y="4385250"/>
            <a:ext cx="4511964" cy="228451"/>
          </a:xfrm>
          <a:prstGeom prst="rect">
            <a:avLst/>
          </a:prstGeom>
        </p:spPr>
        <p:txBody>
          <a:bodyPr vert="horz" lIns="0" tIns="40504" rIns="0" bIns="40504" anchor="ctr"/>
          <a:lstStyle>
            <a:lvl1pPr marL="0" lvl="0" indent="0" algn="ctr">
              <a:lnSpc>
                <a:spcPct val="100000"/>
              </a:lnSpc>
              <a:spcBef>
                <a:spcPts val="0"/>
              </a:spcBef>
              <a:spcAft>
                <a:spcPts val="0"/>
              </a:spcAft>
              <a:buNone/>
              <a:defRPr sz="1800" b="0">
                <a:solidFill>
                  <a:schemeClr val="accent3"/>
                </a:solidFill>
                <a:latin typeface="Lato Light"/>
              </a:defRPr>
            </a:lvl1pPr>
          </a:lstStyle>
          <a:p>
            <a:pPr lvl="0"/>
            <a:r>
              <a:rPr lang="es-ES_tradnl"/>
              <a:t>Ultimate Powerpoint Template</a:t>
            </a:r>
          </a:p>
        </p:txBody>
      </p:sp>
      <p:sp>
        <p:nvSpPr>
          <p:cNvPr id="10" name="Text Placeholder 2"/>
          <p:cNvSpPr>
            <a:spLocks noGrp="1"/>
          </p:cNvSpPr>
          <p:nvPr>
            <p:ph type="body" idx="16" hasCustomPrompt="1"/>
          </p:nvPr>
        </p:nvSpPr>
        <p:spPr>
          <a:xfrm>
            <a:off x="3975167" y="4817825"/>
            <a:ext cx="4488039" cy="1536868"/>
          </a:xfrm>
          <a:prstGeom prst="rect">
            <a:avLst/>
          </a:prstGeom>
        </p:spPr>
        <p:txBody>
          <a:bodyPr vert="horz" lIns="0" tIns="0" rIns="0" bIns="0"/>
          <a:lstStyle>
            <a:lvl1pPr marL="0" lvl="0" indent="0" algn="ctr">
              <a:lnSpc>
                <a:spcPct val="130000"/>
              </a:lnSpc>
              <a:buNone/>
              <a:defRPr sz="1440">
                <a:solidFill>
                  <a:schemeClr val="tx1">
                    <a:lumMod val="50000"/>
                    <a:lumOff val="50000"/>
                  </a:schemeClr>
                </a:solidFill>
                <a:latin typeface="Lato Regular"/>
              </a:defRPr>
            </a:lvl1pPr>
          </a:lstStyle>
          <a:p>
            <a:pPr lvl="0"/>
            <a:r>
              <a:rPr lang="en-US"/>
              <a:t>Lorem ipsum dolor sit amet, consectetur adipiscing elit. Fusce diam tortor, mattis quis dapibus vitae, euismod non purus. Maecenas ut lacus nec mauris feugiat tristique.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250" advClick="0" advTm="0">
        <p:split orient="vert"/>
      </p:transition>
    </mc:Choice>
    <mc:Fallback xmlns="">
      <p:transition spd="slow" advClick="0" advTm="0">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250" advClick="0" advTm="0">
        <p:split orient="vert"/>
      </p:transition>
    </mc:Choice>
    <mc:Fallback xmlns="">
      <p:transition spd="slow" advClick="0" advTm="0">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2BF82D2-7A68-459D-A996-9BDDA2518FA4}" type="datetimeFigureOut">
              <a:rPr lang="zh-CN" altLang="en-US" smtClean="0"/>
              <a:t>2021/4/29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01EE5D-26FB-46D5-A381-ECFB35BF1D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50" advClick="0" advTm="0">
        <p:split orient="vert"/>
      </p:transition>
    </mc:Choice>
    <mc:Fallback xmlns="">
      <p:transition spd="slow" advClick="0" advTm="0">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250" advClick="0" advTm="0">
        <p:split orient="vert"/>
      </p:transition>
    </mc:Choice>
    <mc:Fallback xmlns="">
      <p:transition spd="slow" advClick="0" advTm="0">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86993D9-DEFB-409A-A22C-7627D7CEE934}" type="datetimeFigureOut">
              <a:rPr lang="zh-CN" altLang="en-US" smtClean="0"/>
              <a:t>2021/4/29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8FF918F-6F36-4E1F-8CC4-10A6E81B4CA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50" advClick="0" advTm="0">
        <p:split orient="vert"/>
      </p:transition>
    </mc:Choice>
    <mc:Fallback xmlns="">
      <p:transition spd="slow" advClick="0" advTm="0">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sp>
        <p:nvSpPr>
          <p:cNvPr id="15" name="Picture Placeholder 2"/>
          <p:cNvSpPr>
            <a:spLocks noGrp="1"/>
          </p:cNvSpPr>
          <p:nvPr>
            <p:ph type="pic" sz="quarter" idx="17"/>
          </p:nvPr>
        </p:nvSpPr>
        <p:spPr>
          <a:xfrm>
            <a:off x="4064000" y="441961"/>
            <a:ext cx="4368800" cy="3083564"/>
          </a:xfrm>
          <a:custGeom>
            <a:avLst/>
            <a:gdLst/>
            <a:ahLst/>
            <a:cxnLst/>
            <a:rect l="l" t="t" r="r" b="b"/>
            <a:pathLst>
              <a:path w="3276600" h="3124200">
                <a:moveTo>
                  <a:pt x="3028950" y="0"/>
                </a:moveTo>
                <a:cubicBezTo>
                  <a:pt x="3165723" y="0"/>
                  <a:pt x="3276600" y="110877"/>
                  <a:pt x="3276600" y="247650"/>
                </a:cubicBezTo>
                <a:lnTo>
                  <a:pt x="3276600" y="2876550"/>
                </a:lnTo>
                <a:cubicBezTo>
                  <a:pt x="3276600" y="3013323"/>
                  <a:pt x="3165723" y="3124200"/>
                  <a:pt x="3028950" y="3124200"/>
                </a:cubicBezTo>
                <a:cubicBezTo>
                  <a:pt x="2892177" y="3124200"/>
                  <a:pt x="2781300" y="3013323"/>
                  <a:pt x="2781300" y="2876550"/>
                </a:cubicBezTo>
                <a:lnTo>
                  <a:pt x="2781300" y="247650"/>
                </a:lnTo>
                <a:cubicBezTo>
                  <a:pt x="2781300" y="110877"/>
                  <a:pt x="2892177" y="0"/>
                  <a:pt x="3028950" y="0"/>
                </a:cubicBezTo>
                <a:close/>
                <a:moveTo>
                  <a:pt x="2317750" y="0"/>
                </a:moveTo>
                <a:cubicBezTo>
                  <a:pt x="2454523" y="0"/>
                  <a:pt x="2565400" y="110877"/>
                  <a:pt x="2565400" y="247650"/>
                </a:cubicBezTo>
                <a:lnTo>
                  <a:pt x="2565400" y="2876550"/>
                </a:lnTo>
                <a:cubicBezTo>
                  <a:pt x="2565400" y="3013323"/>
                  <a:pt x="2454523" y="3124200"/>
                  <a:pt x="2317750" y="3124200"/>
                </a:cubicBezTo>
                <a:cubicBezTo>
                  <a:pt x="2180977" y="3124200"/>
                  <a:pt x="2070100" y="3013323"/>
                  <a:pt x="2070100" y="2876550"/>
                </a:cubicBezTo>
                <a:lnTo>
                  <a:pt x="2070100" y="247650"/>
                </a:lnTo>
                <a:cubicBezTo>
                  <a:pt x="2070100" y="110877"/>
                  <a:pt x="2180977" y="0"/>
                  <a:pt x="2317750" y="0"/>
                </a:cubicBezTo>
                <a:close/>
                <a:moveTo>
                  <a:pt x="1606550" y="0"/>
                </a:moveTo>
                <a:cubicBezTo>
                  <a:pt x="1743323" y="0"/>
                  <a:pt x="1854200" y="110877"/>
                  <a:pt x="1854200" y="247650"/>
                </a:cubicBezTo>
                <a:lnTo>
                  <a:pt x="1854200" y="2876550"/>
                </a:lnTo>
                <a:cubicBezTo>
                  <a:pt x="1854200" y="3013323"/>
                  <a:pt x="1743323" y="3124200"/>
                  <a:pt x="1606550" y="3124200"/>
                </a:cubicBezTo>
                <a:cubicBezTo>
                  <a:pt x="1469777" y="3124200"/>
                  <a:pt x="1358900" y="3013323"/>
                  <a:pt x="1358900" y="2876550"/>
                </a:cubicBezTo>
                <a:lnTo>
                  <a:pt x="1358900" y="247650"/>
                </a:lnTo>
                <a:cubicBezTo>
                  <a:pt x="1358900" y="110877"/>
                  <a:pt x="1469777" y="0"/>
                  <a:pt x="1606550" y="0"/>
                </a:cubicBezTo>
                <a:close/>
                <a:moveTo>
                  <a:pt x="958850" y="0"/>
                </a:moveTo>
                <a:cubicBezTo>
                  <a:pt x="1095623" y="0"/>
                  <a:pt x="1206500" y="110877"/>
                  <a:pt x="1206500" y="247650"/>
                </a:cubicBezTo>
                <a:lnTo>
                  <a:pt x="1206500" y="2876550"/>
                </a:lnTo>
                <a:cubicBezTo>
                  <a:pt x="1206500" y="3013323"/>
                  <a:pt x="1095623" y="3124200"/>
                  <a:pt x="958850" y="3124200"/>
                </a:cubicBezTo>
                <a:cubicBezTo>
                  <a:pt x="822077" y="3124200"/>
                  <a:pt x="711200" y="3013323"/>
                  <a:pt x="711200" y="2876550"/>
                </a:cubicBezTo>
                <a:lnTo>
                  <a:pt x="711200" y="247650"/>
                </a:lnTo>
                <a:cubicBezTo>
                  <a:pt x="711200" y="110877"/>
                  <a:pt x="822077" y="0"/>
                  <a:pt x="958850" y="0"/>
                </a:cubicBezTo>
                <a:close/>
                <a:moveTo>
                  <a:pt x="247650" y="0"/>
                </a:moveTo>
                <a:cubicBezTo>
                  <a:pt x="384423" y="0"/>
                  <a:pt x="495300" y="110877"/>
                  <a:pt x="495300" y="247650"/>
                </a:cubicBezTo>
                <a:lnTo>
                  <a:pt x="495300" y="2876550"/>
                </a:lnTo>
                <a:cubicBezTo>
                  <a:pt x="495300" y="3013323"/>
                  <a:pt x="384423" y="3124200"/>
                  <a:pt x="247650" y="3124200"/>
                </a:cubicBezTo>
                <a:cubicBezTo>
                  <a:pt x="110877" y="3124200"/>
                  <a:pt x="0" y="3013323"/>
                  <a:pt x="0" y="2876550"/>
                </a:cubicBezTo>
                <a:lnTo>
                  <a:pt x="0" y="247650"/>
                </a:lnTo>
                <a:cubicBezTo>
                  <a:pt x="0" y="110877"/>
                  <a:pt x="110877" y="0"/>
                  <a:pt x="247650" y="0"/>
                </a:cubicBezTo>
                <a:close/>
              </a:path>
            </a:pathLst>
          </a:custGeom>
          <a:effectLst/>
        </p:spPr>
        <p:txBody>
          <a:bodyPr vert="horz" lIns="95057" tIns="47529" rIns="95057" bIns="47529"/>
          <a:lstStyle>
            <a:lvl1pPr marL="0" indent="0" algn="ctr">
              <a:buNone/>
              <a:defRPr sz="1080">
                <a:solidFill>
                  <a:srgbClr val="7F7F7F"/>
                </a:solidFill>
                <a:latin typeface="Lato Regular"/>
                <a:cs typeface="Lato Regular"/>
              </a:defRPr>
            </a:lvl1pPr>
          </a:lstStyle>
          <a:p>
            <a:endParaRPr lang="en-US" dirty="0"/>
          </a:p>
        </p:txBody>
      </p:sp>
      <p:sp>
        <p:nvSpPr>
          <p:cNvPr id="8" name="Text Placeholder 7"/>
          <p:cNvSpPr>
            <a:spLocks noGrp="1"/>
          </p:cNvSpPr>
          <p:nvPr>
            <p:ph type="body" sz="quarter" idx="10" hasCustomPrompt="1"/>
          </p:nvPr>
        </p:nvSpPr>
        <p:spPr>
          <a:xfrm>
            <a:off x="3954706" y="3801452"/>
            <a:ext cx="4511964" cy="431780"/>
          </a:xfrm>
          <a:prstGeom prst="rect">
            <a:avLst/>
          </a:prstGeom>
        </p:spPr>
        <p:txBody>
          <a:bodyPr vert="horz" lIns="0" tIns="40504" rIns="0" bIns="40504" anchor="ctr"/>
          <a:lstStyle>
            <a:lvl1pPr marL="0" indent="0" algn="ctr">
              <a:lnSpc>
                <a:spcPct val="100000"/>
              </a:lnSpc>
              <a:spcBef>
                <a:spcPts val="0"/>
              </a:spcBef>
              <a:buNone/>
              <a:defRPr sz="4200" b="1">
                <a:solidFill>
                  <a:schemeClr val="bg1"/>
                </a:solidFill>
                <a:latin typeface="Lato Hairline"/>
                <a:cs typeface="Lato Hairline"/>
              </a:defRPr>
            </a:lvl1pPr>
          </a:lstStyle>
          <a:p>
            <a:pPr lvl="0"/>
            <a:r>
              <a:rPr lang="es-ES_tradnl" dirty="0"/>
              <a:t>TITLE HERE</a:t>
            </a:r>
          </a:p>
        </p:txBody>
      </p:sp>
      <p:sp>
        <p:nvSpPr>
          <p:cNvPr id="9" name="Text Placeholder 7"/>
          <p:cNvSpPr>
            <a:spLocks noGrp="1"/>
          </p:cNvSpPr>
          <p:nvPr>
            <p:ph type="body" sz="quarter" idx="11" hasCustomPrompt="1"/>
          </p:nvPr>
        </p:nvSpPr>
        <p:spPr>
          <a:xfrm>
            <a:off x="3954706" y="4385250"/>
            <a:ext cx="4511964" cy="228451"/>
          </a:xfrm>
          <a:prstGeom prst="rect">
            <a:avLst/>
          </a:prstGeom>
        </p:spPr>
        <p:txBody>
          <a:bodyPr vert="horz" lIns="0" tIns="40504" rIns="0" bIns="40504" anchor="ctr"/>
          <a:lstStyle>
            <a:lvl1pPr marL="0" indent="0" algn="ctr">
              <a:lnSpc>
                <a:spcPct val="100000"/>
              </a:lnSpc>
              <a:spcBef>
                <a:spcPts val="0"/>
              </a:spcBef>
              <a:spcAft>
                <a:spcPts val="0"/>
              </a:spcAft>
              <a:buNone/>
              <a:defRPr sz="1800" b="0">
                <a:solidFill>
                  <a:schemeClr val="accent3"/>
                </a:solidFill>
                <a:latin typeface="Lato Light"/>
                <a:cs typeface="Lato Light"/>
              </a:defRPr>
            </a:lvl1pPr>
          </a:lstStyle>
          <a:p>
            <a:pPr lvl="0"/>
            <a:r>
              <a:rPr lang="es-ES_tradnl" dirty="0" err="1"/>
              <a:t>Ultimate</a:t>
            </a:r>
            <a:r>
              <a:rPr lang="es-ES_tradnl" dirty="0"/>
              <a:t> </a:t>
            </a:r>
            <a:r>
              <a:rPr lang="es-ES_tradnl" dirty="0" err="1"/>
              <a:t>Powerpoint</a:t>
            </a:r>
            <a:r>
              <a:rPr lang="es-ES_tradnl" dirty="0"/>
              <a:t> </a:t>
            </a:r>
            <a:r>
              <a:rPr lang="es-ES_tradnl" dirty="0" err="1"/>
              <a:t>Template</a:t>
            </a:r>
            <a:endParaRPr lang="es-ES_tradnl" dirty="0"/>
          </a:p>
        </p:txBody>
      </p:sp>
      <p:sp>
        <p:nvSpPr>
          <p:cNvPr id="10" name="Text Placeholder 2"/>
          <p:cNvSpPr>
            <a:spLocks noGrp="1"/>
          </p:cNvSpPr>
          <p:nvPr>
            <p:ph type="body" sz="quarter" idx="16" hasCustomPrompt="1"/>
          </p:nvPr>
        </p:nvSpPr>
        <p:spPr>
          <a:xfrm>
            <a:off x="3975167" y="4817825"/>
            <a:ext cx="4488039" cy="1536868"/>
          </a:xfrm>
          <a:prstGeom prst="rect">
            <a:avLst/>
          </a:prstGeom>
        </p:spPr>
        <p:txBody>
          <a:bodyPr vert="horz" lIns="0" tIns="0" rIns="0" bIns="0"/>
          <a:lstStyle>
            <a:lvl1pPr marL="0" indent="0" algn="ctr">
              <a:lnSpc>
                <a:spcPct val="130000"/>
              </a:lnSpc>
              <a:buNone/>
              <a:defRPr sz="144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a:t>
            </a:r>
          </a:p>
        </p:txBody>
      </p:sp>
    </p:spTree>
  </p:cSld>
  <p:clrMapOvr>
    <a:masterClrMapping/>
  </p:clrMapOvr>
  <mc:AlternateContent xmlns:mc="http://schemas.openxmlformats.org/markup-compatibility/2006" xmlns:p14="http://schemas.microsoft.com/office/powerpoint/2010/main">
    <mc:Choice Requires="p14">
      <p:transition spd="med" p14:dur="700" advTm="2000">
        <p:fade/>
      </p:transition>
    </mc:Choice>
    <mc:Fallback xmlns="">
      <p:transition spd="med"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400"/>
                                        <p:tgtEl>
                                          <p:spTgt spid="15"/>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400"/>
                                        <p:tgtEl>
                                          <p:spTgt spid="8">
                                            <p:txEl>
                                              <p:pRg st="0" end="0"/>
                                            </p:txEl>
                                          </p:spTgt>
                                        </p:tgtEl>
                                      </p:cBhvr>
                                    </p:animEffect>
                                    <p:anim calcmode="lin" valueType="num">
                                      <p:cBhvr>
                                        <p:cTn id="11" dur="4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2" dur="400" fill="hold"/>
                                        <p:tgtEl>
                                          <p:spTgt spid="8">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500"/>
                                        <p:tgtEl>
                                          <p:spTgt spid="9">
                                            <p:txEl>
                                              <p:pRg st="0" end="0"/>
                                            </p:txEl>
                                          </p:spTgt>
                                        </p:tgtEl>
                                      </p:cBhvr>
                                    </p:animEffect>
                                    <p:anim calcmode="lin" valueType="num">
                                      <p:cBhvr>
                                        <p:cTn id="16"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9">
                                            <p:txEl>
                                              <p:pRg st="0" end="0"/>
                                            </p:txEl>
                                          </p:spTgt>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80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fade">
                                      <p:cBhvr>
                                        <p:cTn id="2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build="p">
        <p:tmplLst>
          <p:tmpl lvl="1">
            <p:tnLst>
              <p:par>
                <p:cTn presetID="42"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400"/>
                        <p:tgtEl>
                          <p:spTgt spid="8"/>
                        </p:tgtEl>
                      </p:cBhvr>
                    </p:animEffect>
                    <p:anim calcmode="lin" valueType="num">
                      <p:cBhvr>
                        <p:cTn dur="400" fill="hold"/>
                        <p:tgtEl>
                          <p:spTgt spid="8"/>
                        </p:tgtEl>
                        <p:attrNameLst>
                          <p:attrName>ppt_x</p:attrName>
                        </p:attrNameLst>
                      </p:cBhvr>
                      <p:tavLst>
                        <p:tav tm="0">
                          <p:val>
                            <p:strVal val="#ppt_x"/>
                          </p:val>
                        </p:tav>
                        <p:tav tm="100000">
                          <p:val>
                            <p:strVal val="#ppt_x"/>
                          </p:val>
                        </p:tav>
                      </p:tavLst>
                    </p:anim>
                    <p:anim calcmode="lin" valueType="num">
                      <p:cBhvr>
                        <p:cTn dur="400" fill="hold"/>
                        <p:tgtEl>
                          <p:spTgt spid="8"/>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2" presetClass="entr" presetSubtype="0" fill="hold" nodeType="withEffect">
                  <p:stCondLst>
                    <p:cond delay="2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anim calcmode="lin" valueType="num">
                      <p:cBhvr>
                        <p:cTn dur="500" fill="hold"/>
                        <p:tgtEl>
                          <p:spTgt spid="9"/>
                        </p:tgtEl>
                        <p:attrNameLst>
                          <p:attrName>ppt_x</p:attrName>
                        </p:attrNameLst>
                      </p:cBhvr>
                      <p:tavLst>
                        <p:tav tm="0">
                          <p:val>
                            <p:strVal val="#ppt_x"/>
                          </p:val>
                        </p:tav>
                        <p:tav tm="100000">
                          <p:val>
                            <p:strVal val="#ppt_x"/>
                          </p:val>
                        </p:tav>
                      </p:tavLst>
                    </p:anim>
                    <p:anim calcmode="lin" valueType="num">
                      <p:cBhvr>
                        <p:cTn dur="500" fill="hold"/>
                        <p:tgtEl>
                          <p:spTgt spid="9"/>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10" presetClass="entr" presetSubtype="0" fill="hold" nodeType="withEffect">
                  <p:stCondLst>
                    <p:cond delay="8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8"/>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lvl="0" algn="l" defTabSz="914400">
        <a:lnSpc>
          <a:spcPct val="90000"/>
        </a:lnSpc>
        <a:spcBef>
          <a:spcPct val="0"/>
        </a:spcBef>
        <a:buNone/>
        <a:defRPr sz="4400" kern="1200">
          <a:solidFill>
            <a:schemeClr val="tx1"/>
          </a:solidFill>
          <a:latin typeface="Calibri Light" panose="020F0302020204030204"/>
          <a:ea typeface="等线 Light" panose="02010600030101010101"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Calibri" panose="020F0502020204030204"/>
          <a:ea typeface="等线" panose="02010600030101010101"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Calibri" panose="020F0502020204030204"/>
          <a:ea typeface="等线" panose="02010600030101010101"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Calibri" panose="020F0502020204030204"/>
          <a:ea typeface="等线" panose="02010600030101010101"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9pPr>
    </p:bodyStyle>
    <p:otherStyle>
      <a:lvl1pPr marL="0" lvl="0" algn="l" defTabSz="914400">
        <a:defRPr sz="1800" kern="1200">
          <a:solidFill>
            <a:schemeClr val="tx1"/>
          </a:solidFill>
          <a:latin typeface="Calibri" panose="020F0502020204030204"/>
          <a:ea typeface="等线" panose="02010600030101010101" charset="-122"/>
        </a:defRPr>
      </a:lvl1pPr>
      <a:lvl2pPr marL="457200" lvl="1" algn="l" defTabSz="914400">
        <a:defRPr sz="1800" kern="1200">
          <a:solidFill>
            <a:schemeClr val="tx1"/>
          </a:solidFill>
          <a:latin typeface="Calibri" panose="020F0502020204030204"/>
          <a:ea typeface="等线" panose="02010600030101010101" charset="-122"/>
        </a:defRPr>
      </a:lvl2pPr>
      <a:lvl3pPr marL="914400" lvl="2" algn="l" defTabSz="914400">
        <a:defRPr sz="1800" kern="1200">
          <a:solidFill>
            <a:schemeClr val="tx1"/>
          </a:solidFill>
          <a:latin typeface="Calibri" panose="020F0502020204030204"/>
          <a:ea typeface="等线" panose="02010600030101010101" charset="-122"/>
        </a:defRPr>
      </a:lvl3pPr>
      <a:lvl4pPr marL="1371600" lvl="3" algn="l" defTabSz="914400">
        <a:defRPr sz="1800" kern="1200">
          <a:solidFill>
            <a:schemeClr val="tx1"/>
          </a:solidFill>
          <a:latin typeface="Calibri" panose="020F0502020204030204"/>
          <a:ea typeface="等线" panose="02010600030101010101" charset="-122"/>
        </a:defRPr>
      </a:lvl4pPr>
      <a:lvl5pPr marL="1828800" lvl="4" algn="l" defTabSz="914400">
        <a:defRPr sz="1800" kern="1200">
          <a:solidFill>
            <a:schemeClr val="tx1"/>
          </a:solidFill>
          <a:latin typeface="Calibri" panose="020F0502020204030204"/>
          <a:ea typeface="等线" panose="02010600030101010101" charset="-122"/>
        </a:defRPr>
      </a:lvl5pPr>
      <a:lvl6pPr marL="2286000" lvl="5" algn="l" defTabSz="914400">
        <a:defRPr sz="1800" kern="1200">
          <a:solidFill>
            <a:schemeClr val="tx1"/>
          </a:solidFill>
          <a:latin typeface="Calibri" panose="020F0502020204030204"/>
          <a:ea typeface="等线" panose="02010600030101010101" charset="-122"/>
        </a:defRPr>
      </a:lvl6pPr>
      <a:lvl7pPr marL="2743200" lvl="6" algn="l" defTabSz="914400">
        <a:defRPr sz="1800" kern="1200">
          <a:solidFill>
            <a:schemeClr val="tx1"/>
          </a:solidFill>
          <a:latin typeface="Calibri" panose="020F0502020204030204"/>
          <a:ea typeface="等线" panose="02010600030101010101" charset="-122"/>
        </a:defRPr>
      </a:lvl7pPr>
      <a:lvl8pPr marL="3200400" lvl="7" algn="l" defTabSz="914400">
        <a:defRPr sz="1800" kern="1200">
          <a:solidFill>
            <a:schemeClr val="tx1"/>
          </a:solidFill>
          <a:latin typeface="Calibri" panose="020F0502020204030204"/>
          <a:ea typeface="等线" panose="02010600030101010101" charset="-122"/>
        </a:defRPr>
      </a:lvl8pPr>
      <a:lvl9pPr marL="3657600" lvl="8" algn="l" defTabSz="914400">
        <a:defRPr sz="1800" kern="1200">
          <a:solidFill>
            <a:schemeClr val="tx1"/>
          </a:solidFill>
          <a:latin typeface="Calibri" panose="020F0502020204030204"/>
          <a:ea typeface="等线" panose="02010600030101010101" charset="-122"/>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mc:AlternateContent xmlns:mc="http://schemas.openxmlformats.org/markup-compatibility/2006" xmlns:p14="http://schemas.microsoft.com/office/powerpoint/2010/main">
    <mc:Choice Requires="p14">
      <p:transition spd="slow" p14:dur="1250" advClick="0" advTm="0">
        <p:split orient="vert"/>
      </p:transition>
    </mc:Choice>
    <mc:Fallback xmlns="">
      <p:transition spd="slow" advClick="0" advTm="0">
        <p:split orient="vert"/>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13" name="文本框 12"/>
          <p:cNvSpPr txBox="1"/>
          <p:nvPr/>
        </p:nvSpPr>
        <p:spPr>
          <a:xfrm>
            <a:off x="2745644" y="1859340"/>
            <a:ext cx="6419356" cy="1569660"/>
          </a:xfrm>
          <a:prstGeom prst="rect">
            <a:avLst/>
          </a:prstGeom>
          <a:noFill/>
        </p:spPr>
        <p:txBody>
          <a:bodyPr wrap="square">
            <a:spAutoFit/>
          </a:bodyPr>
          <a:lstStyle/>
          <a:p>
            <a:pPr algn="ctr"/>
            <a:r>
              <a:rPr lang="zh-CN" sz="4800">
                <a:solidFill>
                  <a:srgbClr val="1D73DA"/>
                </a:solidFill>
                <a:latin typeface="方正黑体简体"/>
                <a:ea typeface="方正黑体简体"/>
              </a:rPr>
              <a:t>“小二”二手书交易平台商业计划书</a:t>
            </a:r>
          </a:p>
        </p:txBody>
      </p:sp>
      <p:sp>
        <p:nvSpPr>
          <p:cNvPr id="14" name="文本框 13"/>
          <p:cNvSpPr txBox="1"/>
          <p:nvPr/>
        </p:nvSpPr>
        <p:spPr>
          <a:xfrm rot="20783736">
            <a:off x="5631752" y="4877469"/>
            <a:ext cx="4814122" cy="922020"/>
          </a:xfrm>
          <a:prstGeom prst="rect">
            <a:avLst/>
          </a:prstGeom>
          <a:noFill/>
        </p:spPr>
        <p:txBody>
          <a:bodyPr wrap="square">
            <a:spAutoFit/>
          </a:bodyPr>
          <a:lstStyle/>
          <a:p>
            <a:pPr algn="ctr">
              <a:lnSpc>
                <a:spcPct val="150000"/>
              </a:lnSpc>
            </a:pPr>
            <a:r>
              <a:rPr lang="zh-CN">
                <a:solidFill>
                  <a:schemeClr val="bg1"/>
                </a:solidFill>
                <a:latin typeface="方正黑体简体"/>
                <a:ea typeface="方正黑体简体"/>
              </a:rPr>
              <a:t>汇报人：薛艺佳</a:t>
            </a:r>
          </a:p>
          <a:p>
            <a:pPr algn="ctr">
              <a:lnSpc>
                <a:spcPct val="150000"/>
              </a:lnSpc>
            </a:pPr>
            <a:r>
              <a:rPr lang="zh-CN">
                <a:solidFill>
                  <a:schemeClr val="bg1"/>
                </a:solidFill>
                <a:latin typeface="方正黑体简体"/>
                <a:ea typeface="方正黑体简体"/>
              </a:rPr>
              <a:t>汇报时间：</a:t>
            </a:r>
            <a:r>
              <a:rPr lang="en-US">
                <a:solidFill>
                  <a:schemeClr val="bg1"/>
                </a:solidFill>
                <a:latin typeface="方正黑体简体"/>
                <a:ea typeface="方正黑体简体"/>
              </a:rPr>
              <a:t>2021</a:t>
            </a:r>
            <a:r>
              <a:rPr lang="zh-CN">
                <a:solidFill>
                  <a:schemeClr val="bg1"/>
                </a:solidFill>
                <a:latin typeface="方正黑体简体"/>
                <a:ea typeface="方正黑体简体"/>
              </a:rPr>
              <a:t>年</a:t>
            </a:r>
            <a:r>
              <a:rPr lang="en-US">
                <a:solidFill>
                  <a:schemeClr val="bg1"/>
                </a:solidFill>
                <a:latin typeface="方正黑体简体"/>
                <a:ea typeface="方正黑体简体"/>
              </a:rPr>
              <a:t>4</a:t>
            </a:r>
            <a:r>
              <a:rPr lang="zh-CN">
                <a:solidFill>
                  <a:schemeClr val="bg1"/>
                </a:solidFill>
                <a:latin typeface="方正黑体简体"/>
                <a:ea typeface="方正黑体简体"/>
              </a:rPr>
              <a:t>月</a:t>
            </a:r>
            <a:r>
              <a:rPr lang="en-US">
                <a:solidFill>
                  <a:schemeClr val="bg1"/>
                </a:solidFill>
                <a:latin typeface="方正黑体简体"/>
                <a:ea typeface="方正黑体简体"/>
              </a:rPr>
              <a:t>30</a:t>
            </a:r>
            <a:r>
              <a:rPr lang="zh-CN">
                <a:solidFill>
                  <a:schemeClr val="bg1"/>
                </a:solidFill>
                <a:latin typeface="方正黑体简体"/>
                <a:ea typeface="方正黑体简体"/>
              </a:rPr>
              <a:t>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5" name="文本框 4"/>
          <p:cNvSpPr txBox="1"/>
          <p:nvPr/>
        </p:nvSpPr>
        <p:spPr>
          <a:xfrm>
            <a:off x="863820" y="2182681"/>
            <a:ext cx="785862" cy="2554545"/>
          </a:xfrm>
          <a:prstGeom prst="rect">
            <a:avLst/>
          </a:prstGeom>
          <a:noFill/>
        </p:spPr>
        <p:txBody>
          <a:bodyPr wrap="square">
            <a:spAutoFit/>
          </a:bodyPr>
          <a:lstStyle/>
          <a:p>
            <a:pPr algn="dist"/>
            <a:r>
              <a:rPr lang="zh-CN" sz="8000">
                <a:solidFill>
                  <a:schemeClr val="bg1"/>
                </a:solidFill>
                <a:latin typeface="方正黑体简体"/>
                <a:ea typeface="方正黑体简体"/>
              </a:rPr>
              <a:t>目录</a:t>
            </a:r>
          </a:p>
        </p:txBody>
      </p:sp>
      <p:sp>
        <p:nvSpPr>
          <p:cNvPr id="14" name="MH_Other_1"/>
          <p:cNvSpPr/>
          <p:nvPr/>
        </p:nvSpPr>
        <p:spPr>
          <a:xfrm>
            <a:off x="3401313" y="1167769"/>
            <a:ext cx="681248" cy="682667"/>
          </a:xfrm>
          <a:prstGeom prst="ellipse">
            <a:avLst/>
          </a:prstGeom>
          <a:solidFill>
            <a:srgbClr val="FFFFFF"/>
          </a:solidFill>
          <a:ln w="57150" cap="flat" cmpd="sng">
            <a:solidFill>
              <a:schemeClr val="accent1"/>
            </a:solidFill>
            <a:prstDash val="solid"/>
          </a:ln>
        </p:spPr>
        <p:txBody>
          <a:bodyPr lIns="0" tIns="0" rIns="0" bIns="0" anchor="ctr"/>
          <a:lstStyle/>
          <a:p>
            <a:pPr algn="ctr"/>
            <a:r>
              <a:rPr lang="en-US" sz="4000" kern="0">
                <a:solidFill>
                  <a:srgbClr val="1D73DA"/>
                </a:solidFill>
                <a:latin typeface="方正黑体简体"/>
                <a:ea typeface="方正黑体简体"/>
              </a:rPr>
              <a:t>1</a:t>
            </a:r>
          </a:p>
        </p:txBody>
      </p:sp>
      <p:sp>
        <p:nvSpPr>
          <p:cNvPr id="19" name="MH_Other_2"/>
          <p:cNvSpPr/>
          <p:nvPr/>
        </p:nvSpPr>
        <p:spPr>
          <a:xfrm>
            <a:off x="3401313" y="2615644"/>
            <a:ext cx="681248" cy="682667"/>
          </a:xfrm>
          <a:prstGeom prst="ellipse">
            <a:avLst/>
          </a:prstGeom>
          <a:solidFill>
            <a:srgbClr val="FFFFFF"/>
          </a:solidFill>
          <a:ln w="57150" cap="flat" cmpd="sng">
            <a:solidFill>
              <a:schemeClr val="accent2"/>
            </a:solidFill>
            <a:prstDash val="solid"/>
          </a:ln>
        </p:spPr>
        <p:txBody>
          <a:bodyPr lIns="0" tIns="0" rIns="0" bIns="0" anchor="ctr"/>
          <a:lstStyle/>
          <a:p>
            <a:pPr algn="ctr"/>
            <a:r>
              <a:rPr lang="en-US" sz="4000" kern="0">
                <a:solidFill>
                  <a:srgbClr val="1D73DA"/>
                </a:solidFill>
                <a:latin typeface="方正黑体简体"/>
                <a:ea typeface="方正黑体简体"/>
              </a:rPr>
              <a:t>2</a:t>
            </a:r>
          </a:p>
        </p:txBody>
      </p:sp>
      <p:sp>
        <p:nvSpPr>
          <p:cNvPr id="20" name="MH_Other_3"/>
          <p:cNvSpPr/>
          <p:nvPr/>
        </p:nvSpPr>
        <p:spPr>
          <a:xfrm>
            <a:off x="3435224" y="4268576"/>
            <a:ext cx="681248" cy="682667"/>
          </a:xfrm>
          <a:prstGeom prst="ellipse">
            <a:avLst/>
          </a:prstGeom>
          <a:solidFill>
            <a:srgbClr val="FFFFFF"/>
          </a:solidFill>
          <a:ln w="57150" cap="flat" cmpd="sng">
            <a:solidFill>
              <a:schemeClr val="accent1"/>
            </a:solidFill>
            <a:prstDash val="solid"/>
          </a:ln>
        </p:spPr>
        <p:txBody>
          <a:bodyPr lIns="0" tIns="0" rIns="0" bIns="0" anchor="ctr"/>
          <a:lstStyle/>
          <a:p>
            <a:pPr algn="ctr"/>
            <a:r>
              <a:rPr lang="en-US" sz="4000" kern="0">
                <a:solidFill>
                  <a:srgbClr val="1D73DA"/>
                </a:solidFill>
                <a:latin typeface="方正黑体简体"/>
                <a:ea typeface="方正黑体简体"/>
              </a:rPr>
              <a:t>3</a:t>
            </a:r>
          </a:p>
        </p:txBody>
      </p:sp>
      <p:sp>
        <p:nvSpPr>
          <p:cNvPr id="21" name="MH_Other_4"/>
          <p:cNvSpPr/>
          <p:nvPr/>
        </p:nvSpPr>
        <p:spPr>
          <a:xfrm>
            <a:off x="7350461" y="2127003"/>
            <a:ext cx="681248" cy="682667"/>
          </a:xfrm>
          <a:prstGeom prst="ellipse">
            <a:avLst/>
          </a:prstGeom>
          <a:solidFill>
            <a:srgbClr val="FFFFFF"/>
          </a:solidFill>
          <a:ln w="57150" cap="flat" cmpd="sng">
            <a:solidFill>
              <a:schemeClr val="accent2"/>
            </a:solidFill>
            <a:prstDash val="solid"/>
          </a:ln>
        </p:spPr>
        <p:txBody>
          <a:bodyPr lIns="0" tIns="0" rIns="0" bIns="0" anchor="ctr"/>
          <a:lstStyle/>
          <a:p>
            <a:pPr algn="ctr"/>
            <a:r>
              <a:rPr lang="en-US" sz="4000" kern="0">
                <a:solidFill>
                  <a:srgbClr val="1D73DA"/>
                </a:solidFill>
                <a:latin typeface="方正黑体简体"/>
                <a:ea typeface="方正黑体简体"/>
              </a:rPr>
              <a:t>4</a:t>
            </a:r>
          </a:p>
        </p:txBody>
      </p:sp>
      <p:sp>
        <p:nvSpPr>
          <p:cNvPr id="22" name="MH_Text_1"/>
          <p:cNvSpPr/>
          <p:nvPr/>
        </p:nvSpPr>
        <p:spPr>
          <a:xfrm>
            <a:off x="4082140" y="2615655"/>
            <a:ext cx="2565755" cy="682495"/>
          </a:xfrm>
          <a:prstGeom prst="rect">
            <a:avLst/>
          </a:prstGeom>
        </p:spPr>
        <p:txBody>
          <a:bodyPr wrap="square" lIns="0" tIns="0" rIns="0" bIns="0" anchor="ctr">
            <a:spAutoFit/>
          </a:bodyPr>
          <a:lstStyle/>
          <a:p>
            <a:r>
              <a:rPr lang="zh-CN" sz="3035">
                <a:solidFill>
                  <a:srgbClr val="1D73DA"/>
                </a:solidFill>
                <a:latin typeface="方正黑体简体"/>
                <a:ea typeface="方正黑体简体"/>
              </a:rPr>
              <a:t>市场分析</a:t>
            </a:r>
            <a:endParaRPr lang="en-US" sz="3035">
              <a:solidFill>
                <a:srgbClr val="1D73DA"/>
              </a:solidFill>
              <a:latin typeface="方正黑体简体"/>
              <a:ea typeface="方正黑体简体"/>
            </a:endParaRPr>
          </a:p>
          <a:p>
            <a:r>
              <a:rPr lang="en-US" sz="1325">
                <a:solidFill>
                  <a:srgbClr val="1D73DA"/>
                </a:solidFill>
                <a:latin typeface="方正黑体简体"/>
                <a:ea typeface="方正黑体简体"/>
              </a:rPr>
              <a:t> Market Analysis</a:t>
            </a:r>
            <a:endParaRPr lang="zh-CN" sz="1325">
              <a:solidFill>
                <a:srgbClr val="1D73DA"/>
              </a:solidFill>
              <a:latin typeface="方正黑体简体"/>
              <a:ea typeface="方正黑体简体"/>
            </a:endParaRPr>
          </a:p>
        </p:txBody>
      </p:sp>
      <p:sp>
        <p:nvSpPr>
          <p:cNvPr id="23" name="MH_Text_2"/>
          <p:cNvSpPr/>
          <p:nvPr/>
        </p:nvSpPr>
        <p:spPr>
          <a:xfrm>
            <a:off x="4116430" y="4268636"/>
            <a:ext cx="2565755" cy="682495"/>
          </a:xfrm>
          <a:prstGeom prst="rect">
            <a:avLst/>
          </a:prstGeom>
        </p:spPr>
        <p:txBody>
          <a:bodyPr wrap="square" lIns="0" tIns="0" rIns="0" bIns="0" anchor="ctr">
            <a:spAutoFit/>
          </a:bodyPr>
          <a:lstStyle/>
          <a:p>
            <a:pPr lvl="0"/>
            <a:r>
              <a:rPr lang="zh-CN" sz="3035">
                <a:solidFill>
                  <a:srgbClr val="1D73DA"/>
                </a:solidFill>
                <a:latin typeface="方正黑体简体"/>
                <a:ea typeface="方正黑体简体"/>
              </a:rPr>
              <a:t>团队成员介绍</a:t>
            </a:r>
          </a:p>
          <a:p>
            <a:pPr lvl="0"/>
            <a:r>
              <a:rPr lang="en-US" sz="1325">
                <a:solidFill>
                  <a:srgbClr val="1D73DA"/>
                </a:solidFill>
                <a:latin typeface="方正黑体简体"/>
                <a:ea typeface="方正黑体简体"/>
              </a:rPr>
              <a:t>Team Members</a:t>
            </a:r>
            <a:endParaRPr lang="zh-CN" sz="1325">
              <a:solidFill>
                <a:srgbClr val="1D73DA"/>
              </a:solidFill>
              <a:latin typeface="方正黑体简体"/>
              <a:ea typeface="方正黑体简体"/>
            </a:endParaRPr>
          </a:p>
        </p:txBody>
      </p:sp>
      <p:sp>
        <p:nvSpPr>
          <p:cNvPr id="24" name="MH_Text_3"/>
          <p:cNvSpPr/>
          <p:nvPr/>
        </p:nvSpPr>
        <p:spPr>
          <a:xfrm>
            <a:off x="4116686" y="1167956"/>
            <a:ext cx="2565755" cy="682495"/>
          </a:xfrm>
          <a:prstGeom prst="rect">
            <a:avLst/>
          </a:prstGeom>
        </p:spPr>
        <p:txBody>
          <a:bodyPr wrap="square" lIns="0" tIns="0" rIns="0" bIns="0" anchor="ctr">
            <a:spAutoFit/>
          </a:bodyPr>
          <a:lstStyle/>
          <a:p>
            <a:pPr lvl="0"/>
            <a:r>
              <a:rPr lang="zh-CN" sz="3035">
                <a:solidFill>
                  <a:srgbClr val="1D73DA"/>
                </a:solidFill>
                <a:latin typeface="方正黑体简体"/>
                <a:ea typeface="方正黑体简体"/>
              </a:rPr>
              <a:t>产品概况</a:t>
            </a:r>
          </a:p>
          <a:p>
            <a:r>
              <a:rPr lang="en-US" sz="1325">
                <a:solidFill>
                  <a:srgbClr val="1D73DA"/>
                </a:solidFill>
                <a:latin typeface="方正黑体简体"/>
                <a:ea typeface="方正黑体简体"/>
              </a:rPr>
              <a:t>Product Profile</a:t>
            </a:r>
            <a:endParaRPr lang="zh-CN" sz="1325">
              <a:solidFill>
                <a:srgbClr val="1D73DA"/>
              </a:solidFill>
              <a:latin typeface="方正黑体简体"/>
              <a:ea typeface="方正黑体简体"/>
            </a:endParaRPr>
          </a:p>
        </p:txBody>
      </p:sp>
      <p:sp>
        <p:nvSpPr>
          <p:cNvPr id="25" name="MH_Text_4"/>
          <p:cNvSpPr/>
          <p:nvPr/>
        </p:nvSpPr>
        <p:spPr>
          <a:xfrm>
            <a:off x="8259252" y="2177006"/>
            <a:ext cx="2565755" cy="682495"/>
          </a:xfrm>
          <a:prstGeom prst="rect">
            <a:avLst/>
          </a:prstGeom>
        </p:spPr>
        <p:txBody>
          <a:bodyPr wrap="square" lIns="0" tIns="0" rIns="0" bIns="0" anchor="ctr">
            <a:spAutoFit/>
          </a:bodyPr>
          <a:lstStyle/>
          <a:p>
            <a:pPr lvl="0"/>
            <a:r>
              <a:rPr lang="zh-CN" sz="3035">
                <a:solidFill>
                  <a:srgbClr val="1D73DA"/>
                </a:solidFill>
                <a:latin typeface="方正黑体简体"/>
                <a:ea typeface="方正黑体简体"/>
              </a:rPr>
              <a:t>财务分析</a:t>
            </a:r>
          </a:p>
          <a:p>
            <a:pPr lvl="0"/>
            <a:r>
              <a:rPr lang="en-US" sz="1325">
                <a:solidFill>
                  <a:srgbClr val="1D73DA"/>
                </a:solidFill>
                <a:latin typeface="方正黑体简体"/>
                <a:ea typeface="方正黑体简体"/>
              </a:rPr>
              <a:t>Financial Analysis</a:t>
            </a:r>
            <a:endParaRPr lang="zh-CN" sz="1325">
              <a:solidFill>
                <a:srgbClr val="1D73DA"/>
              </a:solidFill>
              <a:latin typeface="方正黑体简体"/>
              <a:ea typeface="方正黑体简体"/>
            </a:endParaRPr>
          </a:p>
        </p:txBody>
      </p:sp>
      <p:sp>
        <p:nvSpPr>
          <p:cNvPr id="13" name="MH_Other_3"/>
          <p:cNvSpPr/>
          <p:nvPr/>
        </p:nvSpPr>
        <p:spPr>
          <a:xfrm>
            <a:off x="7350460" y="3617670"/>
            <a:ext cx="681248" cy="682667"/>
          </a:xfrm>
          <a:prstGeom prst="ellipse">
            <a:avLst/>
          </a:prstGeom>
          <a:solidFill>
            <a:srgbClr val="FFFFFF"/>
          </a:solidFill>
          <a:ln w="57150" cap="flat" cmpd="sng">
            <a:solidFill>
              <a:schemeClr val="accent1"/>
            </a:solidFill>
            <a:prstDash val="solid"/>
          </a:ln>
        </p:spPr>
        <p:txBody>
          <a:bodyPr lIns="0" tIns="0" rIns="0" bIns="0" anchor="ctr"/>
          <a:lstStyle/>
          <a:p>
            <a:pPr algn="ctr"/>
            <a:r>
              <a:rPr lang="en-US" sz="4000" kern="0">
                <a:solidFill>
                  <a:srgbClr val="1D73DA"/>
                </a:solidFill>
                <a:latin typeface="方正黑体简体"/>
                <a:ea typeface="方正黑体简体"/>
              </a:rPr>
              <a:t>5</a:t>
            </a:r>
          </a:p>
        </p:txBody>
      </p:sp>
      <p:sp>
        <p:nvSpPr>
          <p:cNvPr id="15" name="MH_Text_4"/>
          <p:cNvSpPr/>
          <p:nvPr/>
        </p:nvSpPr>
        <p:spPr>
          <a:xfrm>
            <a:off x="8259252" y="3662926"/>
            <a:ext cx="2565755" cy="682495"/>
          </a:xfrm>
          <a:prstGeom prst="rect">
            <a:avLst/>
          </a:prstGeom>
        </p:spPr>
        <p:txBody>
          <a:bodyPr wrap="square" lIns="0" tIns="0" rIns="0" bIns="0" anchor="ctr">
            <a:spAutoFit/>
          </a:bodyPr>
          <a:lstStyle/>
          <a:p>
            <a:pPr lvl="0"/>
            <a:r>
              <a:rPr lang="zh-CN" sz="3035">
                <a:solidFill>
                  <a:srgbClr val="1D73DA"/>
                </a:solidFill>
                <a:latin typeface="方正黑体简体"/>
                <a:ea typeface="方正黑体简体"/>
              </a:rPr>
              <a:t>未来愿景</a:t>
            </a:r>
          </a:p>
          <a:p>
            <a:r>
              <a:rPr lang="en-US" sz="1325">
                <a:solidFill>
                  <a:srgbClr val="1D73DA"/>
                </a:solidFill>
                <a:latin typeface="方正黑体简体"/>
                <a:ea typeface="方正黑体简体"/>
              </a:rPr>
              <a:t>Financial Analysis</a:t>
            </a:r>
            <a:endParaRPr lang="zh-CN" sz="1325">
              <a:solidFill>
                <a:srgbClr val="1D73DA"/>
              </a:solidFill>
              <a:latin typeface="方正黑体简体"/>
              <a:ea typeface="方正黑体简体"/>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0-#ppt_w/2"/>
                                          </p:val>
                                        </p:tav>
                                        <p:tav tm="100000">
                                          <p:val>
                                            <p:strVal val="#ppt_x"/>
                                          </p:val>
                                        </p:tav>
                                      </p:tavLst>
                                    </p:anim>
                                    <p:anim calcmode="lin" valueType="num">
                                      <p:cBhvr additive="base">
                                        <p:cTn id="11" dur="500" fill="hold"/>
                                        <p:tgtEl>
                                          <p:spTgt spid="14"/>
                                        </p:tgtEl>
                                        <p:attrNameLst>
                                          <p:attrName>ppt_y</p:attrName>
                                        </p:attrNameLst>
                                      </p:cBhvr>
                                      <p:tavLst>
                                        <p:tav tm="0">
                                          <p:val>
                                            <p:strVal val="#ppt_y"/>
                                          </p:val>
                                        </p:tav>
                                        <p:tav tm="100000">
                                          <p:val>
                                            <p:strVal val="#ppt_y"/>
                                          </p:val>
                                        </p:tav>
                                      </p:tavLst>
                                    </p:anim>
                                  </p:childTnLst>
                                </p:cTn>
                              </p:par>
                              <p:par>
                                <p:cTn id="12" presetID="2" presetClass="entr" presetSubtype="8"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anim calcmode="lin" valueType="num">
                                      <p:cBhvr additive="base">
                                        <p:cTn id="14" dur="500" fill="hold"/>
                                        <p:tgtEl>
                                          <p:spTgt spid="22"/>
                                        </p:tgtEl>
                                        <p:attrNameLst>
                                          <p:attrName>ppt_x</p:attrName>
                                        </p:attrNameLst>
                                      </p:cBhvr>
                                      <p:tavLst>
                                        <p:tav tm="0">
                                          <p:val>
                                            <p:strVal val="0-#ppt_w/2"/>
                                          </p:val>
                                        </p:tav>
                                        <p:tav tm="100000">
                                          <p:val>
                                            <p:strVal val="#ppt_x"/>
                                          </p:val>
                                        </p:tav>
                                      </p:tavLst>
                                    </p:anim>
                                    <p:anim calcmode="lin" valueType="num">
                                      <p:cBhvr additive="base">
                                        <p:cTn id="15" dur="500" fill="hold"/>
                                        <p:tgtEl>
                                          <p:spTgt spid="22"/>
                                        </p:tgtEl>
                                        <p:attrNameLst>
                                          <p:attrName>ppt_y</p:attrName>
                                        </p:attrNameLst>
                                      </p:cBhvr>
                                      <p:tavLst>
                                        <p:tav tm="0">
                                          <p:val>
                                            <p:strVal val="#ppt_y"/>
                                          </p:val>
                                        </p:tav>
                                        <p:tav tm="100000">
                                          <p:val>
                                            <p:strVal val="#ppt_y"/>
                                          </p:val>
                                        </p:tav>
                                      </p:tavLst>
                                    </p:anim>
                                  </p:childTnLst>
                                </p:cTn>
                              </p:par>
                              <p:par>
                                <p:cTn id="16" presetID="2" presetClass="entr" presetSubtype="8"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fill="hold"/>
                                        <p:tgtEl>
                                          <p:spTgt spid="19"/>
                                        </p:tgtEl>
                                        <p:attrNameLst>
                                          <p:attrName>ppt_x</p:attrName>
                                        </p:attrNameLst>
                                      </p:cBhvr>
                                      <p:tavLst>
                                        <p:tav tm="0">
                                          <p:val>
                                            <p:strVal val="0-#ppt_w/2"/>
                                          </p:val>
                                        </p:tav>
                                        <p:tav tm="100000">
                                          <p:val>
                                            <p:strVal val="#ppt_x"/>
                                          </p:val>
                                        </p:tav>
                                      </p:tavLst>
                                    </p:anim>
                                    <p:anim calcmode="lin" valueType="num">
                                      <p:cBhvr additive="base">
                                        <p:cTn id="19" dur="500" fill="hold"/>
                                        <p:tgtEl>
                                          <p:spTgt spid="19"/>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500" fill="hold"/>
                                        <p:tgtEl>
                                          <p:spTgt spid="23"/>
                                        </p:tgtEl>
                                        <p:attrNameLst>
                                          <p:attrName>ppt_x</p:attrName>
                                        </p:attrNameLst>
                                      </p:cBhvr>
                                      <p:tavLst>
                                        <p:tav tm="0">
                                          <p:val>
                                            <p:strVal val="0-#ppt_w/2"/>
                                          </p:val>
                                        </p:tav>
                                        <p:tav tm="100000">
                                          <p:val>
                                            <p:strVal val="#ppt_x"/>
                                          </p:val>
                                        </p:tav>
                                      </p:tavLst>
                                    </p:anim>
                                    <p:anim calcmode="lin" valueType="num">
                                      <p:cBhvr additive="base">
                                        <p:cTn id="23" dur="500" fill="hold"/>
                                        <p:tgtEl>
                                          <p:spTgt spid="23"/>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fill="hold"/>
                                        <p:tgtEl>
                                          <p:spTgt spid="20"/>
                                        </p:tgtEl>
                                        <p:attrNameLst>
                                          <p:attrName>ppt_x</p:attrName>
                                        </p:attrNameLst>
                                      </p:cBhvr>
                                      <p:tavLst>
                                        <p:tav tm="0">
                                          <p:val>
                                            <p:strVal val="0-#ppt_w/2"/>
                                          </p:val>
                                        </p:tav>
                                        <p:tav tm="100000">
                                          <p:val>
                                            <p:strVal val="#ppt_x"/>
                                          </p:val>
                                        </p:tav>
                                      </p:tavLst>
                                    </p:anim>
                                    <p:anim calcmode="lin" valueType="num">
                                      <p:cBhvr additive="base">
                                        <p:cTn id="27" dur="500" fill="hold"/>
                                        <p:tgtEl>
                                          <p:spTgt spid="20"/>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additive="base">
                                        <p:cTn id="30" dur="500" fill="hold"/>
                                        <p:tgtEl>
                                          <p:spTgt spid="24"/>
                                        </p:tgtEl>
                                        <p:attrNameLst>
                                          <p:attrName>ppt_x</p:attrName>
                                        </p:attrNameLst>
                                      </p:cBhvr>
                                      <p:tavLst>
                                        <p:tav tm="0">
                                          <p:val>
                                            <p:strVal val="0-#ppt_w/2"/>
                                          </p:val>
                                        </p:tav>
                                        <p:tav tm="100000">
                                          <p:val>
                                            <p:strVal val="#ppt_x"/>
                                          </p:val>
                                        </p:tav>
                                      </p:tavLst>
                                    </p:anim>
                                    <p:anim calcmode="lin" valueType="num">
                                      <p:cBhvr additive="base">
                                        <p:cTn id="31" dur="500" fill="hold"/>
                                        <p:tgtEl>
                                          <p:spTgt spid="24"/>
                                        </p:tgtEl>
                                        <p:attrNameLst>
                                          <p:attrName>ppt_y</p:attrName>
                                        </p:attrNameLst>
                                      </p:cBhvr>
                                      <p:tavLst>
                                        <p:tav tm="0">
                                          <p:val>
                                            <p:strVal val="#ppt_y"/>
                                          </p:val>
                                        </p:tav>
                                        <p:tav tm="100000">
                                          <p:val>
                                            <p:strVal val="#ppt_y"/>
                                          </p:val>
                                        </p:tav>
                                      </p:tavLst>
                                    </p:anim>
                                  </p:childTnLst>
                                </p:cTn>
                              </p:par>
                              <p:par>
                                <p:cTn id="32" presetID="2" presetClass="entr" presetSubtype="8"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500" fill="hold"/>
                                        <p:tgtEl>
                                          <p:spTgt spid="21"/>
                                        </p:tgtEl>
                                        <p:attrNameLst>
                                          <p:attrName>ppt_x</p:attrName>
                                        </p:attrNameLst>
                                      </p:cBhvr>
                                      <p:tavLst>
                                        <p:tav tm="0">
                                          <p:val>
                                            <p:strVal val="0-#ppt_w/2"/>
                                          </p:val>
                                        </p:tav>
                                        <p:tav tm="100000">
                                          <p:val>
                                            <p:strVal val="#ppt_x"/>
                                          </p:val>
                                        </p:tav>
                                      </p:tavLst>
                                    </p:anim>
                                    <p:anim calcmode="lin" valueType="num">
                                      <p:cBhvr additive="base">
                                        <p:cTn id="35" dur="500" fill="hold"/>
                                        <p:tgtEl>
                                          <p:spTgt spid="21"/>
                                        </p:tgtEl>
                                        <p:attrNameLst>
                                          <p:attrName>ppt_y</p:attrName>
                                        </p:attrNameLst>
                                      </p:cBhvr>
                                      <p:tavLst>
                                        <p:tav tm="0">
                                          <p:val>
                                            <p:strVal val="#ppt_y"/>
                                          </p:val>
                                        </p:tav>
                                        <p:tav tm="100000">
                                          <p:val>
                                            <p:strVal val="#ppt_y"/>
                                          </p:val>
                                        </p:tav>
                                      </p:tavLst>
                                    </p:anim>
                                  </p:childTnLst>
                                </p:cTn>
                              </p:par>
                              <p:par>
                                <p:cTn id="36" presetID="2" presetClass="entr" presetSubtype="8"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fill="hold"/>
                                        <p:tgtEl>
                                          <p:spTgt spid="25"/>
                                        </p:tgtEl>
                                        <p:attrNameLst>
                                          <p:attrName>ppt_x</p:attrName>
                                        </p:attrNameLst>
                                      </p:cBhvr>
                                      <p:tavLst>
                                        <p:tav tm="0">
                                          <p:val>
                                            <p:strVal val="0-#ppt_w/2"/>
                                          </p:val>
                                        </p:tav>
                                        <p:tav tm="100000">
                                          <p:val>
                                            <p:strVal val="#ppt_x"/>
                                          </p:val>
                                        </p:tav>
                                      </p:tavLst>
                                    </p:anim>
                                    <p:anim calcmode="lin" valueType="num">
                                      <p:cBhvr additive="base">
                                        <p:cTn id="39" dur="500" fill="hold"/>
                                        <p:tgtEl>
                                          <p:spTgt spid="25"/>
                                        </p:tgtEl>
                                        <p:attrNameLst>
                                          <p:attrName>ppt_y</p:attrName>
                                        </p:attrNameLst>
                                      </p:cBhvr>
                                      <p:tavLst>
                                        <p:tav tm="0">
                                          <p:val>
                                            <p:strVal val="#ppt_y"/>
                                          </p:val>
                                        </p:tav>
                                        <p:tav tm="100000">
                                          <p:val>
                                            <p:strVal val="#ppt_y"/>
                                          </p:val>
                                        </p:tav>
                                      </p:tavLst>
                                    </p:anim>
                                  </p:childTnLst>
                                </p:cTn>
                              </p:par>
                              <p:par>
                                <p:cTn id="40" presetID="2" presetClass="entr" presetSubtype="8"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0-#ppt_w/2"/>
                                          </p:val>
                                        </p:tav>
                                        <p:tav tm="100000">
                                          <p:val>
                                            <p:strVal val="#ppt_x"/>
                                          </p:val>
                                        </p:tav>
                                      </p:tavLst>
                                    </p:anim>
                                    <p:anim calcmode="lin" valueType="num">
                                      <p:cBhvr additive="base">
                                        <p:cTn id="43" dur="500" fill="hold"/>
                                        <p:tgtEl>
                                          <p:spTgt spid="13"/>
                                        </p:tgtEl>
                                        <p:attrNameLst>
                                          <p:attrName>ppt_y</p:attrName>
                                        </p:attrNameLst>
                                      </p:cBhvr>
                                      <p:tavLst>
                                        <p:tav tm="0">
                                          <p:val>
                                            <p:strVal val="#ppt_y"/>
                                          </p:val>
                                        </p:tav>
                                        <p:tav tm="100000">
                                          <p:val>
                                            <p:strVal val="#ppt_y"/>
                                          </p:val>
                                        </p:tav>
                                      </p:tavLst>
                                    </p:anim>
                                  </p:childTnLst>
                                </p:cTn>
                              </p:par>
                              <p:par>
                                <p:cTn id="44" presetID="2" presetClass="entr" presetSubtype="8"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500" fill="hold"/>
                                        <p:tgtEl>
                                          <p:spTgt spid="15"/>
                                        </p:tgtEl>
                                        <p:attrNameLst>
                                          <p:attrName>ppt_x</p:attrName>
                                        </p:attrNameLst>
                                      </p:cBhvr>
                                      <p:tavLst>
                                        <p:tav tm="0">
                                          <p:val>
                                            <p:strVal val="0-#ppt_w/2"/>
                                          </p:val>
                                        </p:tav>
                                        <p:tav tm="100000">
                                          <p:val>
                                            <p:strVal val="#ppt_x"/>
                                          </p:val>
                                        </p:tav>
                                      </p:tavLst>
                                    </p:anim>
                                    <p:anim calcmode="lin" valueType="num">
                                      <p:cBhvr additive="base">
                                        <p:cTn id="47"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0234" y="866637"/>
            <a:ext cx="4242464" cy="5234608"/>
          </a:xfrm>
          <a:prstGeom prst="rect">
            <a:avLst/>
          </a:prstGeom>
          <a:blipFill dpi="0" rotWithShape="1">
            <a:blip r:embed="rId3">
              <a:extLst>
                <a:ext uri="{28A0092B-C50C-407E-A947-70E740481C1C}">
                  <a14:useLocalDpi xmlns:a14="http://schemas.microsoft.com/office/drawing/2010/main" val="0"/>
                </a:ext>
              </a:extLst>
            </a:blip>
            <a:srcRect/>
            <a:stretch>
              <a:fillRect l="-4000" r="-2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Calibri" panose="020F0502020204030204"/>
              <a:ea typeface="等线" panose="02010600030101010101" charset="-122"/>
              <a:cs typeface="+mn-cs"/>
            </a:endParaRPr>
          </a:p>
        </p:txBody>
      </p:sp>
      <p:sp>
        <p:nvSpPr>
          <p:cNvPr id="9" name="文本框 8"/>
          <p:cNvSpPr txBox="1"/>
          <p:nvPr/>
        </p:nvSpPr>
        <p:spPr>
          <a:xfrm>
            <a:off x="6789465" y="1037454"/>
            <a:ext cx="2164080" cy="36830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800" normalizeH="0" baseline="0" noProof="0" dirty="0">
                <a:ln>
                  <a:noFill/>
                </a:ln>
                <a:solidFill>
                  <a:srgbClr val="FFFFFF"/>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输入标题内容</a:t>
            </a:r>
          </a:p>
        </p:txBody>
      </p:sp>
      <p:sp>
        <p:nvSpPr>
          <p:cNvPr id="17" name="矩形 16"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789466" y="1696868"/>
            <a:ext cx="3520076" cy="64516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项目背景</a:t>
            </a:r>
          </a:p>
        </p:txBody>
      </p:sp>
      <p:sp>
        <p:nvSpPr>
          <p:cNvPr id="26" name="矩形 25"/>
          <p:cNvSpPr/>
          <p:nvPr/>
        </p:nvSpPr>
        <p:spPr>
          <a:xfrm>
            <a:off x="5906829" y="2954666"/>
            <a:ext cx="794343" cy="794343"/>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02</a:t>
            </a:r>
          </a:p>
        </p:txBody>
      </p:sp>
      <p:sp>
        <p:nvSpPr>
          <p:cNvPr id="27" name="文本框 26"/>
          <p:cNvSpPr txBox="1"/>
          <p:nvPr/>
        </p:nvSpPr>
        <p:spPr>
          <a:xfrm>
            <a:off x="6789465" y="2320154"/>
            <a:ext cx="2164080" cy="36830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800" normalizeH="0" baseline="0" noProof="0" dirty="0">
                <a:ln>
                  <a:noFill/>
                </a:ln>
                <a:solidFill>
                  <a:srgbClr val="FFFFFF"/>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输入标题内容</a:t>
            </a:r>
          </a:p>
        </p:txBody>
      </p:sp>
      <p:sp>
        <p:nvSpPr>
          <p:cNvPr id="28" name="矩形 27"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789466" y="2979568"/>
            <a:ext cx="3520076" cy="64516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产品介绍</a:t>
            </a:r>
          </a:p>
        </p:txBody>
      </p:sp>
      <p:sp>
        <p:nvSpPr>
          <p:cNvPr id="31" name="矩形 30"/>
          <p:cNvSpPr/>
          <p:nvPr/>
        </p:nvSpPr>
        <p:spPr>
          <a:xfrm>
            <a:off x="5906770" y="4228465"/>
            <a:ext cx="794385" cy="786130"/>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03</a:t>
            </a:r>
          </a:p>
        </p:txBody>
      </p:sp>
      <p:sp>
        <p:nvSpPr>
          <p:cNvPr id="32" name="文本框 31"/>
          <p:cNvSpPr txBox="1"/>
          <p:nvPr/>
        </p:nvSpPr>
        <p:spPr>
          <a:xfrm>
            <a:off x="6789465" y="3602854"/>
            <a:ext cx="2164080" cy="36830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800" normalizeH="0" baseline="0" noProof="0" dirty="0">
                <a:ln>
                  <a:noFill/>
                </a:ln>
                <a:solidFill>
                  <a:srgbClr val="FFFFFF"/>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输入标题内容</a:t>
            </a:r>
          </a:p>
        </p:txBody>
      </p:sp>
      <p:sp>
        <p:nvSpPr>
          <p:cNvPr id="33" name="矩形 32"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789465" y="4262268"/>
            <a:ext cx="3749701" cy="64516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竞争策略分析</a:t>
            </a:r>
          </a:p>
        </p:txBody>
      </p:sp>
      <p:sp>
        <p:nvSpPr>
          <p:cNvPr id="42" name="矩形 41"/>
          <p:cNvSpPr/>
          <p:nvPr/>
        </p:nvSpPr>
        <p:spPr>
          <a:xfrm>
            <a:off x="5867401" y="4990350"/>
            <a:ext cx="794343" cy="794343"/>
          </a:xfrm>
          <a:prstGeom prst="rect">
            <a:avLst/>
          </a:prstGeom>
          <a:no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srgbClr val="FFFFFF"/>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04</a:t>
            </a:r>
          </a:p>
        </p:txBody>
      </p:sp>
      <p:sp>
        <p:nvSpPr>
          <p:cNvPr id="43" name="文本框 42"/>
          <p:cNvSpPr txBox="1"/>
          <p:nvPr/>
        </p:nvSpPr>
        <p:spPr>
          <a:xfrm>
            <a:off x="6789465" y="4885554"/>
            <a:ext cx="1859280" cy="30670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800" normalizeH="0" baseline="0" noProof="0" dirty="0">
                <a:ln>
                  <a:noFill/>
                </a:ln>
                <a:solidFill>
                  <a:srgbClr val="FFFFFF"/>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输入标题内容</a:t>
            </a:r>
          </a:p>
        </p:txBody>
      </p:sp>
      <p:sp>
        <p:nvSpPr>
          <p:cNvPr id="44" name="矩形 43"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789466" y="5544968"/>
            <a:ext cx="3520076" cy="21399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FFFFFF"/>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Lorem ipsum dolor sit</a:t>
            </a:r>
          </a:p>
        </p:txBody>
      </p:sp>
      <p:pic>
        <p:nvPicPr>
          <p:cNvPr id="23" name="图片 22"/>
          <p:cNvPicPr>
            <a:picLocks noChangeAspect="1"/>
          </p:cNvPicPr>
          <p:nvPr/>
        </p:nvPicPr>
        <p:blipFill>
          <a:blip r:embed="rId4" cstate="print">
            <a:biLevel thresh="75000"/>
            <a:extLst>
              <a:ext uri="{28A0092B-C50C-407E-A947-70E740481C1C}">
                <a14:useLocalDpi xmlns:a14="http://schemas.microsoft.com/office/drawing/2010/main" val="0"/>
              </a:ext>
            </a:extLst>
          </a:blip>
          <a:stretch>
            <a:fillRect/>
          </a:stretch>
        </p:blipFill>
        <p:spPr>
          <a:xfrm>
            <a:off x="908778" y="1182552"/>
            <a:ext cx="3693758" cy="2922269"/>
          </a:xfrm>
          <a:prstGeom prst="rect">
            <a:avLst/>
          </a:prstGeom>
        </p:spPr>
      </p:pic>
      <p:cxnSp>
        <p:nvCxnSpPr>
          <p:cNvPr id="20" name="直接连接符 19"/>
          <p:cNvCxnSpPr/>
          <p:nvPr/>
        </p:nvCxnSpPr>
        <p:spPr>
          <a:xfrm>
            <a:off x="3069230" y="3925185"/>
            <a:ext cx="296269"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296185" y="2973841"/>
            <a:ext cx="2997723" cy="584775"/>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latin typeface="Calibri" panose="020F0502020204030204"/>
                <a:ea typeface="等线" panose="02010600030101010101" charset="-122"/>
                <a:cs typeface="+mn-cs"/>
              </a:rPr>
              <a:t> </a:t>
            </a:r>
            <a:r>
              <a:rPr kumimoji="0" lang="en-US" altLang="zh-CN" sz="32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rPr>
              <a:t>Product Profile</a:t>
            </a:r>
            <a:endParaRPr kumimoji="0" lang="zh-CN" altLang="en-US" sz="32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22" name="矩形 21"/>
          <p:cNvSpPr/>
          <p:nvPr/>
        </p:nvSpPr>
        <p:spPr>
          <a:xfrm>
            <a:off x="1244336" y="2036321"/>
            <a:ext cx="3101419" cy="830997"/>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产品概况</a:t>
            </a:r>
            <a:endParaRPr kumimoji="0" lang="en-US" altLang="zh-CN" sz="4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30" name="矩形 29"/>
          <p:cNvSpPr/>
          <p:nvPr/>
        </p:nvSpPr>
        <p:spPr>
          <a:xfrm>
            <a:off x="5906828" y="1639149"/>
            <a:ext cx="794343" cy="794343"/>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01</a:t>
            </a:r>
          </a:p>
        </p:txBody>
      </p:sp>
    </p:spTree>
  </p:cSld>
  <p:clrMapOvr>
    <a:masterClrMapping/>
  </p:clrMapOvr>
  <mc:AlternateContent xmlns:mc="http://schemas.openxmlformats.org/markup-compatibility/2006" xmlns:p14="http://schemas.microsoft.com/office/powerpoint/2010/main">
    <mc:Choice Requires="p14">
      <p:transition spd="slow" p14:dur="2500" advTm="3000">
        <p14:shred/>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750"/>
                                        <p:tgtEl>
                                          <p:spTgt spid="22"/>
                                        </p:tgtEl>
                                      </p:cBhvr>
                                    </p:animEffect>
                                  </p:childTnLst>
                                </p:cTn>
                              </p:par>
                            </p:childTnLst>
                          </p:cTn>
                        </p:par>
                        <p:par>
                          <p:cTn id="8" fill="hold">
                            <p:stCondLst>
                              <p:cond delay="1000"/>
                            </p:stCondLst>
                            <p:childTnLst>
                              <p:par>
                                <p:cTn id="9" presetID="16" presetClass="entr" presetSubtype="2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045177" y="1772817"/>
            <a:ext cx="45719" cy="3996444"/>
          </a:xfrm>
          <a:prstGeom prst="rect">
            <a:avLst/>
          </a:prstGeom>
          <a:solidFill>
            <a:schemeClr val="bg2">
              <a:lumMod val="100000"/>
            </a:schemeClr>
          </a:solidFill>
          <a:ln w="12700">
            <a:solidFill>
              <a:schemeClr val="bg1">
                <a:lumMod val="95000"/>
              </a:schemeClr>
            </a:solidFill>
            <a:prstDash val="solid"/>
            <a:miter/>
          </a:ln>
        </p:spPr>
        <p:txBody>
          <a:bodyPr anchor="ctr"/>
          <a:lstStyle/>
          <a:p>
            <a:pPr algn="ctr" defTabSz="1218565"/>
            <a:endParaRPr sz="2400">
              <a:solidFill>
                <a:schemeClr val="accent2"/>
              </a:solidFill>
              <a:latin typeface="方正黑体简体"/>
              <a:ea typeface="方正黑体简体"/>
            </a:endParaRPr>
          </a:p>
        </p:txBody>
      </p:sp>
      <p:grpSp>
        <p:nvGrpSpPr>
          <p:cNvPr id="3" name="组合 2"/>
          <p:cNvGrpSpPr/>
          <p:nvPr/>
        </p:nvGrpSpPr>
        <p:grpSpPr>
          <a:xfrm>
            <a:off x="2957865" y="1825343"/>
            <a:ext cx="2653462" cy="1234483"/>
            <a:chOff x="3118502" y="1456171"/>
            <a:chExt cx="2653462" cy="1234483"/>
          </a:xfrm>
        </p:grpSpPr>
        <p:grpSp>
          <p:nvGrpSpPr>
            <p:cNvPr id="4" name="组合 3"/>
            <p:cNvGrpSpPr/>
            <p:nvPr/>
          </p:nvGrpSpPr>
          <p:grpSpPr>
            <a:xfrm>
              <a:off x="4559236" y="1456171"/>
              <a:ext cx="1212728" cy="1234483"/>
              <a:chOff x="4816253" y="1456171"/>
              <a:chExt cx="1212728" cy="1234483"/>
            </a:xfrm>
          </p:grpSpPr>
          <p:sp>
            <p:nvSpPr>
              <p:cNvPr id="6" name="对角圆角矩形 26"/>
              <p:cNvSpPr/>
              <p:nvPr/>
            </p:nvSpPr>
            <p:spPr>
              <a:xfrm rot="16200000">
                <a:off x="4805375" y="1467049"/>
                <a:ext cx="1234483" cy="1212728"/>
              </a:xfrm>
              <a:prstGeom prst="round2DiagRect">
                <a:avLst>
                  <a:gd name="adj1" fmla="val 50000"/>
                  <a:gd name="adj2" fmla="val 0"/>
                </a:avLst>
              </a:prstGeom>
              <a:noFill/>
              <a:ln w="28575">
                <a:solidFill>
                  <a:schemeClr val="accent1"/>
                </a:solidFill>
                <a:prstDash val="solid"/>
                <a:miter/>
              </a:ln>
            </p:spPr>
            <p:txBody>
              <a:bodyPr anchor="ctr"/>
              <a:lstStyle/>
              <a:p>
                <a:pPr algn="ctr" defTabSz="1218565"/>
                <a:endParaRPr sz="2400">
                  <a:solidFill>
                    <a:schemeClr val="accent2"/>
                  </a:solidFill>
                  <a:latin typeface="方正黑体简体"/>
                  <a:ea typeface="方正黑体简体"/>
                </a:endParaRPr>
              </a:p>
            </p:txBody>
          </p:sp>
          <p:sp>
            <p:nvSpPr>
              <p:cNvPr id="7" name="对角圆角矩形 27"/>
              <p:cNvSpPr/>
              <p:nvPr/>
            </p:nvSpPr>
            <p:spPr>
              <a:xfrm rot="16200000">
                <a:off x="4916607" y="1564059"/>
                <a:ext cx="1034918" cy="1016679"/>
              </a:xfrm>
              <a:prstGeom prst="round2DiagRect">
                <a:avLst>
                  <a:gd name="adj1" fmla="val 50000"/>
                  <a:gd name="adj2" fmla="val 0"/>
                </a:avLst>
              </a:prstGeom>
              <a:solidFill>
                <a:schemeClr val="accent1"/>
              </a:solidFill>
              <a:ln w="12700">
                <a:solidFill>
                  <a:schemeClr val="accent1"/>
                </a:solidFill>
                <a:prstDash val="solid"/>
                <a:miter/>
              </a:ln>
            </p:spPr>
            <p:txBody>
              <a:bodyPr anchor="ctr"/>
              <a:lstStyle/>
              <a:p>
                <a:pPr algn="ctr" defTabSz="1218565"/>
                <a:endParaRPr sz="2400">
                  <a:solidFill>
                    <a:schemeClr val="accent2"/>
                  </a:solidFill>
                  <a:latin typeface="方正黑体简体"/>
                  <a:ea typeface="方正黑体简体"/>
                </a:endParaRPr>
              </a:p>
            </p:txBody>
          </p:sp>
          <p:sp>
            <p:nvSpPr>
              <p:cNvPr id="8" name="任意多边形 28"/>
              <p:cNvSpPr/>
              <p:nvPr/>
            </p:nvSpPr>
            <p:spPr>
              <a:xfrm>
                <a:off x="5250981" y="1792284"/>
                <a:ext cx="393853" cy="579957"/>
              </a:xfrm>
              <a:custGeom>
                <a:avLst/>
                <a:gdLst/>
                <a:ahLst/>
                <a:cxnLst/>
                <a:rect l="0" t="0" r="r" b="b"/>
                <a:pathLst>
                  <a:path w="393853" h="579957">
                    <a:moveTo>
                      <a:pt x="346966" y="271270"/>
                    </a:moveTo>
                    <a:cubicBezTo>
                      <a:pt x="328211" y="299333"/>
                      <a:pt x="290701" y="346103"/>
                      <a:pt x="290701" y="383520"/>
                    </a:cubicBezTo>
                    <a:cubicBezTo>
                      <a:pt x="300078" y="392874"/>
                      <a:pt x="309456" y="402228"/>
                      <a:pt x="309456" y="411582"/>
                    </a:cubicBezTo>
                    <a:cubicBezTo>
                      <a:pt x="309456" y="420937"/>
                      <a:pt x="300078" y="430291"/>
                      <a:pt x="300078" y="439645"/>
                    </a:cubicBezTo>
                    <a:cubicBezTo>
                      <a:pt x="300078" y="439645"/>
                      <a:pt x="309456" y="448999"/>
                      <a:pt x="309456" y="458353"/>
                    </a:cubicBezTo>
                    <a:cubicBezTo>
                      <a:pt x="309456" y="477061"/>
                      <a:pt x="300078" y="486416"/>
                      <a:pt x="290701" y="495770"/>
                    </a:cubicBezTo>
                    <a:cubicBezTo>
                      <a:pt x="290701" y="495770"/>
                      <a:pt x="290701" y="505124"/>
                      <a:pt x="290701" y="505124"/>
                    </a:cubicBezTo>
                    <a:cubicBezTo>
                      <a:pt x="290701" y="533186"/>
                      <a:pt x="271946" y="542540"/>
                      <a:pt x="253191" y="542540"/>
                    </a:cubicBezTo>
                    <a:cubicBezTo>
                      <a:pt x="243814" y="570603"/>
                      <a:pt x="225059" y="579957"/>
                      <a:pt x="196927" y="579957"/>
                    </a:cubicBezTo>
                    <a:cubicBezTo>
                      <a:pt x="178172" y="579957"/>
                      <a:pt x="150039" y="570603"/>
                      <a:pt x="140662" y="542540"/>
                    </a:cubicBezTo>
                    <a:cubicBezTo>
                      <a:pt x="121907" y="542540"/>
                      <a:pt x="103152" y="533186"/>
                      <a:pt x="103152" y="505124"/>
                    </a:cubicBezTo>
                    <a:cubicBezTo>
                      <a:pt x="103152" y="505124"/>
                      <a:pt x="103152" y="495770"/>
                      <a:pt x="103152" y="495770"/>
                    </a:cubicBezTo>
                    <a:cubicBezTo>
                      <a:pt x="93775" y="486416"/>
                      <a:pt x="84397" y="477061"/>
                      <a:pt x="84397" y="458353"/>
                    </a:cubicBezTo>
                    <a:cubicBezTo>
                      <a:pt x="84397" y="448999"/>
                      <a:pt x="93775" y="439645"/>
                      <a:pt x="93775" y="439645"/>
                    </a:cubicBezTo>
                    <a:cubicBezTo>
                      <a:pt x="93775" y="430291"/>
                      <a:pt x="84397" y="420937"/>
                      <a:pt x="84397" y="411582"/>
                    </a:cubicBezTo>
                    <a:cubicBezTo>
                      <a:pt x="84397" y="402228"/>
                      <a:pt x="93775" y="392874"/>
                      <a:pt x="103152" y="383520"/>
                    </a:cubicBezTo>
                    <a:cubicBezTo>
                      <a:pt x="103152" y="346103"/>
                      <a:pt x="65642" y="299333"/>
                      <a:pt x="46887" y="271270"/>
                    </a:cubicBezTo>
                    <a:cubicBezTo>
                      <a:pt x="18755" y="243208"/>
                      <a:pt x="0" y="215145"/>
                      <a:pt x="0" y="168375"/>
                    </a:cubicBezTo>
                    <a:cubicBezTo>
                      <a:pt x="0" y="74833"/>
                      <a:pt x="103152" y="0"/>
                      <a:pt x="196927" y="0"/>
                    </a:cubicBezTo>
                    <a:cubicBezTo>
                      <a:pt x="290701" y="0"/>
                      <a:pt x="393853" y="74833"/>
                      <a:pt x="393853" y="168375"/>
                    </a:cubicBezTo>
                    <a:cubicBezTo>
                      <a:pt x="393853" y="215145"/>
                      <a:pt x="375098" y="243208"/>
                      <a:pt x="346966" y="271270"/>
                    </a:cubicBezTo>
                    <a:close/>
                    <a:moveTo>
                      <a:pt x="196927" y="56125"/>
                    </a:moveTo>
                    <a:cubicBezTo>
                      <a:pt x="131284" y="56125"/>
                      <a:pt x="56265" y="93541"/>
                      <a:pt x="56265" y="168375"/>
                    </a:cubicBezTo>
                    <a:cubicBezTo>
                      <a:pt x="56265" y="196437"/>
                      <a:pt x="65642" y="224499"/>
                      <a:pt x="75020" y="243208"/>
                    </a:cubicBezTo>
                    <a:cubicBezTo>
                      <a:pt x="84397" y="252562"/>
                      <a:pt x="93775" y="252562"/>
                      <a:pt x="103152" y="261916"/>
                    </a:cubicBezTo>
                    <a:cubicBezTo>
                      <a:pt x="131284" y="299333"/>
                      <a:pt x="150039" y="336749"/>
                      <a:pt x="150039" y="374166"/>
                    </a:cubicBezTo>
                    <a:cubicBezTo>
                      <a:pt x="243814" y="374166"/>
                      <a:pt x="243814" y="374166"/>
                      <a:pt x="243814" y="374166"/>
                    </a:cubicBezTo>
                    <a:cubicBezTo>
                      <a:pt x="243814" y="336749"/>
                      <a:pt x="262569" y="299333"/>
                      <a:pt x="290701" y="261916"/>
                    </a:cubicBezTo>
                    <a:cubicBezTo>
                      <a:pt x="300078" y="252562"/>
                      <a:pt x="309456" y="252562"/>
                      <a:pt x="318833" y="243208"/>
                    </a:cubicBezTo>
                    <a:cubicBezTo>
                      <a:pt x="328211" y="224499"/>
                      <a:pt x="337588" y="196437"/>
                      <a:pt x="337588" y="168375"/>
                    </a:cubicBezTo>
                    <a:cubicBezTo>
                      <a:pt x="337588" y="93541"/>
                      <a:pt x="262569" y="56125"/>
                      <a:pt x="196927" y="56125"/>
                    </a:cubicBezTo>
                    <a:close/>
                    <a:moveTo>
                      <a:pt x="271946" y="187083"/>
                    </a:moveTo>
                    <a:cubicBezTo>
                      <a:pt x="262569" y="187083"/>
                      <a:pt x="253191" y="177729"/>
                      <a:pt x="253191" y="168375"/>
                    </a:cubicBezTo>
                    <a:cubicBezTo>
                      <a:pt x="253191" y="149666"/>
                      <a:pt x="215681" y="140312"/>
                      <a:pt x="196927" y="140312"/>
                    </a:cubicBezTo>
                    <a:cubicBezTo>
                      <a:pt x="187549" y="140312"/>
                      <a:pt x="187549" y="130958"/>
                      <a:pt x="187549" y="121604"/>
                    </a:cubicBezTo>
                    <a:cubicBezTo>
                      <a:pt x="187549" y="121604"/>
                      <a:pt x="187549" y="112250"/>
                      <a:pt x="196927" y="112250"/>
                    </a:cubicBezTo>
                    <a:cubicBezTo>
                      <a:pt x="234436" y="112250"/>
                      <a:pt x="281324" y="130958"/>
                      <a:pt x="281324" y="168375"/>
                    </a:cubicBezTo>
                    <a:cubicBezTo>
                      <a:pt x="281324" y="177729"/>
                      <a:pt x="271946" y="187083"/>
                      <a:pt x="271946" y="187083"/>
                    </a:cubicBezTo>
                    <a:close/>
                  </a:path>
                </a:pathLst>
              </a:custGeom>
              <a:solidFill>
                <a:schemeClr val="bg1"/>
              </a:solidFill>
              <a:ln>
                <a:noFill/>
              </a:ln>
            </p:spPr>
            <p:txBody>
              <a:bodyPr anchor="ctr"/>
              <a:lstStyle/>
              <a:p>
                <a:pPr algn="ctr" defTabSz="1218565"/>
                <a:endParaRPr sz="2400">
                  <a:solidFill>
                    <a:schemeClr val="accent2"/>
                  </a:solidFill>
                  <a:latin typeface="方正黑体简体"/>
                  <a:ea typeface="方正黑体简体"/>
                </a:endParaRPr>
              </a:p>
            </p:txBody>
          </p:sp>
        </p:grpSp>
        <p:sp>
          <p:nvSpPr>
            <p:cNvPr id="5" name="矩形 4"/>
            <p:cNvSpPr/>
            <p:nvPr/>
          </p:nvSpPr>
          <p:spPr>
            <a:xfrm>
              <a:off x="3118502" y="1627593"/>
              <a:ext cx="1440734" cy="323165"/>
            </a:xfrm>
            <a:prstGeom prst="rect">
              <a:avLst/>
            </a:prstGeom>
          </p:spPr>
          <p:txBody>
            <a:bodyPr wrap="none" lIns="0" tIns="0" rIns="480000" bIns="0" anchor="b" anchorCtr="0">
              <a:normAutofit/>
            </a:bodyPr>
            <a:lstStyle/>
            <a:p>
              <a:pPr algn="r" defTabSz="1218565"/>
              <a:endParaRPr lang="zh-CN" sz="1865" b="1">
                <a:solidFill>
                  <a:schemeClr val="accent2"/>
                </a:solidFill>
                <a:latin typeface="方正黑体简体"/>
                <a:ea typeface="方正黑体简体"/>
              </a:endParaRPr>
            </a:p>
          </p:txBody>
        </p:sp>
      </p:grpSp>
      <p:grpSp>
        <p:nvGrpSpPr>
          <p:cNvPr id="9" name="组合 8"/>
          <p:cNvGrpSpPr/>
          <p:nvPr/>
        </p:nvGrpSpPr>
        <p:grpSpPr>
          <a:xfrm>
            <a:off x="6530714" y="2168708"/>
            <a:ext cx="4680136" cy="3379966"/>
            <a:chOff x="6359436" y="1900432"/>
            <a:chExt cx="3725602" cy="3140879"/>
          </a:xfrm>
        </p:grpSpPr>
        <p:grpSp>
          <p:nvGrpSpPr>
            <p:cNvPr id="10" name="组合 9"/>
            <p:cNvGrpSpPr/>
            <p:nvPr/>
          </p:nvGrpSpPr>
          <p:grpSpPr>
            <a:xfrm>
              <a:off x="6359436" y="2728516"/>
              <a:ext cx="1212728" cy="1234483"/>
              <a:chOff x="6129344" y="2728516"/>
              <a:chExt cx="1212728" cy="1234483"/>
            </a:xfrm>
          </p:grpSpPr>
          <p:sp>
            <p:nvSpPr>
              <p:cNvPr id="14" name="对角圆角矩形 23"/>
              <p:cNvSpPr/>
              <p:nvPr/>
            </p:nvSpPr>
            <p:spPr>
              <a:xfrm rot="16200000">
                <a:off x="6118466" y="2739394"/>
                <a:ext cx="1234483" cy="1212728"/>
              </a:xfrm>
              <a:prstGeom prst="round2DiagRect">
                <a:avLst>
                  <a:gd name="adj1" fmla="val 50000"/>
                  <a:gd name="adj2" fmla="val 0"/>
                </a:avLst>
              </a:prstGeom>
              <a:noFill/>
              <a:ln w="28575">
                <a:solidFill>
                  <a:schemeClr val="accent2"/>
                </a:solidFill>
                <a:prstDash val="solid"/>
                <a:miter/>
              </a:ln>
            </p:spPr>
            <p:txBody>
              <a:bodyPr anchor="ctr"/>
              <a:lstStyle/>
              <a:p>
                <a:pPr algn="ctr" defTabSz="1218565"/>
                <a:endParaRPr sz="2400">
                  <a:solidFill>
                    <a:schemeClr val="accent2"/>
                  </a:solidFill>
                  <a:latin typeface="方正黑体简体"/>
                  <a:ea typeface="方正黑体简体"/>
                </a:endParaRPr>
              </a:p>
            </p:txBody>
          </p:sp>
          <p:sp>
            <p:nvSpPr>
              <p:cNvPr id="15" name="对角圆角矩形 24"/>
              <p:cNvSpPr/>
              <p:nvPr/>
            </p:nvSpPr>
            <p:spPr>
              <a:xfrm rot="16200000">
                <a:off x="6229698" y="2836404"/>
                <a:ext cx="1034918" cy="1016679"/>
              </a:xfrm>
              <a:prstGeom prst="round2DiagRect">
                <a:avLst>
                  <a:gd name="adj1" fmla="val 50000"/>
                  <a:gd name="adj2" fmla="val 0"/>
                </a:avLst>
              </a:prstGeom>
              <a:solidFill>
                <a:schemeClr val="accent2"/>
              </a:solidFill>
              <a:ln>
                <a:noFill/>
              </a:ln>
            </p:spPr>
            <p:txBody>
              <a:bodyPr anchor="ctr"/>
              <a:lstStyle/>
              <a:p>
                <a:pPr algn="ctr" defTabSz="1218565"/>
                <a:endParaRPr sz="2400">
                  <a:solidFill>
                    <a:schemeClr val="accent2"/>
                  </a:solidFill>
                  <a:latin typeface="方正黑体简体"/>
                  <a:ea typeface="方正黑体简体"/>
                </a:endParaRPr>
              </a:p>
            </p:txBody>
          </p:sp>
          <p:sp>
            <p:nvSpPr>
              <p:cNvPr id="16" name="任意多边形 25"/>
              <p:cNvSpPr/>
              <p:nvPr/>
            </p:nvSpPr>
            <p:spPr>
              <a:xfrm flipH="1">
                <a:off x="6553991" y="3036256"/>
                <a:ext cx="353336" cy="594499"/>
              </a:xfrm>
              <a:custGeom>
                <a:avLst/>
                <a:gdLst/>
                <a:ahLst/>
                <a:cxnLst/>
                <a:rect l="0" t="0" r="r" b="b"/>
                <a:pathLst>
                  <a:path w="353336" h="594499">
                    <a:moveTo>
                      <a:pt x="353336" y="533836"/>
                    </a:moveTo>
                    <a:cubicBezTo>
                      <a:pt x="353336" y="570234"/>
                      <a:pt x="328968" y="594499"/>
                      <a:pt x="292416" y="594499"/>
                    </a:cubicBezTo>
                    <a:cubicBezTo>
                      <a:pt x="60920" y="594499"/>
                      <a:pt x="60920" y="594499"/>
                      <a:pt x="60920" y="594499"/>
                    </a:cubicBezTo>
                    <a:cubicBezTo>
                      <a:pt x="24368" y="594499"/>
                      <a:pt x="0" y="570234"/>
                      <a:pt x="0" y="533836"/>
                    </a:cubicBezTo>
                    <a:cubicBezTo>
                      <a:pt x="0" y="60663"/>
                      <a:pt x="0" y="60663"/>
                      <a:pt x="0" y="60663"/>
                    </a:cubicBezTo>
                    <a:cubicBezTo>
                      <a:pt x="0" y="36398"/>
                      <a:pt x="24368" y="0"/>
                      <a:pt x="60920" y="0"/>
                    </a:cubicBezTo>
                    <a:cubicBezTo>
                      <a:pt x="292416" y="0"/>
                      <a:pt x="292416" y="0"/>
                      <a:pt x="292416" y="0"/>
                    </a:cubicBezTo>
                    <a:cubicBezTo>
                      <a:pt x="328968" y="0"/>
                      <a:pt x="353336" y="36398"/>
                      <a:pt x="353336" y="60663"/>
                    </a:cubicBezTo>
                    <a:lnTo>
                      <a:pt x="353336" y="533836"/>
                    </a:lnTo>
                    <a:close/>
                    <a:moveTo>
                      <a:pt x="304600" y="133459"/>
                    </a:moveTo>
                    <a:cubicBezTo>
                      <a:pt x="304600" y="133459"/>
                      <a:pt x="304600" y="121326"/>
                      <a:pt x="292416" y="121326"/>
                    </a:cubicBezTo>
                    <a:cubicBezTo>
                      <a:pt x="60920" y="121326"/>
                      <a:pt x="60920" y="121326"/>
                      <a:pt x="60920" y="121326"/>
                    </a:cubicBezTo>
                    <a:cubicBezTo>
                      <a:pt x="48736" y="121326"/>
                      <a:pt x="36552" y="133459"/>
                      <a:pt x="36552" y="133459"/>
                    </a:cubicBezTo>
                    <a:cubicBezTo>
                      <a:pt x="36552" y="461040"/>
                      <a:pt x="36552" y="461040"/>
                      <a:pt x="36552" y="461040"/>
                    </a:cubicBezTo>
                    <a:cubicBezTo>
                      <a:pt x="36552" y="473173"/>
                      <a:pt x="48736" y="473173"/>
                      <a:pt x="60920" y="473173"/>
                    </a:cubicBezTo>
                    <a:cubicBezTo>
                      <a:pt x="292416" y="473173"/>
                      <a:pt x="292416" y="473173"/>
                      <a:pt x="292416" y="473173"/>
                    </a:cubicBezTo>
                    <a:cubicBezTo>
                      <a:pt x="304600" y="473173"/>
                      <a:pt x="304600" y="473173"/>
                      <a:pt x="304600" y="461040"/>
                    </a:cubicBezTo>
                    <a:lnTo>
                      <a:pt x="304600" y="133459"/>
                    </a:lnTo>
                    <a:close/>
                    <a:moveTo>
                      <a:pt x="207128" y="60663"/>
                    </a:moveTo>
                    <a:cubicBezTo>
                      <a:pt x="134024" y="60663"/>
                      <a:pt x="134024" y="60663"/>
                      <a:pt x="134024" y="60663"/>
                    </a:cubicBezTo>
                    <a:cubicBezTo>
                      <a:pt x="134024" y="60663"/>
                      <a:pt x="134024" y="72796"/>
                      <a:pt x="134024" y="72796"/>
                    </a:cubicBezTo>
                    <a:cubicBezTo>
                      <a:pt x="134024" y="72796"/>
                      <a:pt x="134024" y="72796"/>
                      <a:pt x="134024" y="72796"/>
                    </a:cubicBezTo>
                    <a:cubicBezTo>
                      <a:pt x="207128" y="72796"/>
                      <a:pt x="207128" y="72796"/>
                      <a:pt x="207128" y="72796"/>
                    </a:cubicBezTo>
                    <a:cubicBezTo>
                      <a:pt x="219312" y="72796"/>
                      <a:pt x="219312" y="72796"/>
                      <a:pt x="219312" y="72796"/>
                    </a:cubicBezTo>
                    <a:cubicBezTo>
                      <a:pt x="219312" y="72796"/>
                      <a:pt x="219312" y="60663"/>
                      <a:pt x="207128" y="60663"/>
                    </a:cubicBezTo>
                    <a:close/>
                    <a:moveTo>
                      <a:pt x="170576" y="497438"/>
                    </a:moveTo>
                    <a:cubicBezTo>
                      <a:pt x="158392" y="497438"/>
                      <a:pt x="134024" y="509571"/>
                      <a:pt x="134024" y="533836"/>
                    </a:cubicBezTo>
                    <a:cubicBezTo>
                      <a:pt x="134024" y="558101"/>
                      <a:pt x="158392" y="570234"/>
                      <a:pt x="170576" y="570234"/>
                    </a:cubicBezTo>
                    <a:cubicBezTo>
                      <a:pt x="194944" y="570234"/>
                      <a:pt x="207128" y="558101"/>
                      <a:pt x="207128" y="533836"/>
                    </a:cubicBezTo>
                    <a:cubicBezTo>
                      <a:pt x="207128" y="509571"/>
                      <a:pt x="194944" y="497438"/>
                      <a:pt x="170576" y="497438"/>
                    </a:cubicBezTo>
                    <a:close/>
                  </a:path>
                </a:pathLst>
              </a:custGeom>
              <a:solidFill>
                <a:schemeClr val="bg1"/>
              </a:solidFill>
              <a:ln>
                <a:noFill/>
              </a:ln>
            </p:spPr>
            <p:txBody>
              <a:bodyPr anchor="ctr"/>
              <a:lstStyle/>
              <a:p>
                <a:pPr algn="ctr" defTabSz="1218565"/>
                <a:endParaRPr sz="2400">
                  <a:solidFill>
                    <a:schemeClr val="accent2"/>
                  </a:solidFill>
                  <a:latin typeface="方正黑体简体"/>
                  <a:ea typeface="方正黑体简体"/>
                </a:endParaRPr>
              </a:p>
            </p:txBody>
          </p:sp>
        </p:grpSp>
        <p:grpSp>
          <p:nvGrpSpPr>
            <p:cNvPr id="11" name="组合 10"/>
            <p:cNvGrpSpPr/>
            <p:nvPr/>
          </p:nvGrpSpPr>
          <p:grpSpPr>
            <a:xfrm>
              <a:off x="7572164" y="1900432"/>
              <a:ext cx="2512874" cy="3140879"/>
              <a:chOff x="7996808" y="737708"/>
              <a:chExt cx="2245676" cy="3140879"/>
            </a:xfrm>
          </p:grpSpPr>
          <p:sp>
            <p:nvSpPr>
              <p:cNvPr id="12" name="文本框 11"/>
              <p:cNvSpPr txBox="1"/>
              <p:nvPr/>
            </p:nvSpPr>
            <p:spPr>
              <a:xfrm>
                <a:off x="7996808" y="737708"/>
                <a:ext cx="2245676" cy="3140879"/>
              </a:xfrm>
              <a:prstGeom prst="rect">
                <a:avLst/>
              </a:prstGeom>
              <a:noFill/>
            </p:spPr>
            <p:txBody>
              <a:bodyPr wrap="square" lIns="480000" rIns="288000" anchor="ctr" anchorCtr="0"/>
              <a:lstStyle/>
              <a:p>
                <a:r>
                  <a:rPr lang="zh-CN" sz="1800" b="0" i="0" strike="noStrike" spc="0">
                    <a:solidFill>
                      <a:srgbClr val="0070C0"/>
                    </a:solidFill>
                    <a:latin typeface="+mn-lt"/>
                    <a:ea typeface="+mn-lt"/>
                    <a:cs typeface="+mn-lt"/>
                  </a:rPr>
                  <a:t>我国的二手书有着巨大的存量市场。</a:t>
                </a:r>
                <a:r>
                  <a:rPr lang="zh-CN" sz="1800">
                    <a:solidFill>
                      <a:srgbClr val="0070C0"/>
                    </a:solidFill>
                    <a:latin typeface="+mn-lt"/>
                    <a:ea typeface="+mn-lt"/>
                    <a:cs typeface="+mn-lt"/>
                  </a:rPr>
                  <a:t>传统线下的二手图书市场存在着经营成本较高、用户规模较小，供需难以匹配的窘境，二手图书市场发展一直不温不火，已经难以满足读者日益增长的需求。</a:t>
                </a:r>
              </a:p>
              <a:p>
                <a:pPr marL="0" indent="0" algn="l" defTabSz="228600">
                  <a:lnSpc>
                    <a:spcPct val="100000"/>
                  </a:lnSpc>
                  <a:spcBef>
                    <a:spcPts val="0"/>
                  </a:spcBef>
                  <a:spcAft>
                    <a:spcPts val="0"/>
                  </a:spcAft>
                  <a:buNone/>
                </a:pPr>
                <a:r>
                  <a:rPr lang="zh-CN" sz="1800" b="0" i="0" strike="noStrike" spc="0">
                    <a:solidFill>
                      <a:srgbClr val="0070C0"/>
                    </a:solidFill>
                    <a:latin typeface="+mn-lt"/>
                    <a:ea typeface="+mn-lt"/>
                    <a:cs typeface="+mn-lt"/>
                  </a:rPr>
                  <a:t> </a:t>
                </a:r>
              </a:p>
              <a:p>
                <a:pPr marL="0" indent="0" algn="l" defTabSz="457200">
                  <a:lnSpc>
                    <a:spcPct val="100000"/>
                  </a:lnSpc>
                  <a:spcBef>
                    <a:spcPts val="0"/>
                  </a:spcBef>
                  <a:spcAft>
                    <a:spcPts val="0"/>
                  </a:spcAft>
                </a:pPr>
                <a:endParaRPr lang="zh-CN" sz="1800" b="0" i="0" strike="noStrike" spc="0">
                  <a:solidFill>
                    <a:srgbClr val="0070C0"/>
                  </a:solidFill>
                  <a:latin typeface="+mn-lt"/>
                  <a:ea typeface="+mn-lt"/>
                  <a:cs typeface="+mn-lt"/>
                </a:endParaRPr>
              </a:p>
            </p:txBody>
          </p:sp>
          <p:sp>
            <p:nvSpPr>
              <p:cNvPr id="13" name="矩形 12"/>
              <p:cNvSpPr/>
              <p:nvPr/>
            </p:nvSpPr>
            <p:spPr>
              <a:xfrm>
                <a:off x="7996808" y="1734930"/>
                <a:ext cx="1482456" cy="323165"/>
              </a:xfrm>
              <a:prstGeom prst="rect">
                <a:avLst/>
              </a:prstGeom>
            </p:spPr>
            <p:txBody>
              <a:bodyPr wrap="none" lIns="480000" tIns="0" rIns="288000" bIns="0" anchor="ctr" anchorCtr="0">
                <a:normAutofit/>
              </a:bodyPr>
              <a:lstStyle/>
              <a:p>
                <a:pPr defTabSz="1218565"/>
                <a:endParaRPr lang="zh-CN" sz="1865" b="1">
                  <a:solidFill>
                    <a:schemeClr val="accent2"/>
                  </a:solidFill>
                  <a:latin typeface="方正黑体简体"/>
                  <a:ea typeface="方正黑体简体"/>
                </a:endParaRPr>
              </a:p>
            </p:txBody>
          </p:sp>
        </p:grpSp>
      </p:grpSp>
      <p:grpSp>
        <p:nvGrpSpPr>
          <p:cNvPr id="17" name="组合 16"/>
          <p:cNvGrpSpPr/>
          <p:nvPr/>
        </p:nvGrpSpPr>
        <p:grpSpPr>
          <a:xfrm>
            <a:off x="1681721" y="4437112"/>
            <a:ext cx="3929606" cy="1189683"/>
            <a:chOff x="1842358" y="3535572"/>
            <a:chExt cx="3929606" cy="1189683"/>
          </a:xfrm>
        </p:grpSpPr>
        <p:grpSp>
          <p:nvGrpSpPr>
            <p:cNvPr id="18" name="组合 17"/>
            <p:cNvGrpSpPr/>
            <p:nvPr/>
          </p:nvGrpSpPr>
          <p:grpSpPr>
            <a:xfrm>
              <a:off x="4603247" y="3535572"/>
              <a:ext cx="1168717" cy="1189683"/>
              <a:chOff x="4852515" y="3535572"/>
              <a:chExt cx="1168717" cy="1189683"/>
            </a:xfrm>
          </p:grpSpPr>
          <p:sp>
            <p:nvSpPr>
              <p:cNvPr id="22" name="对角圆角矩形 29"/>
              <p:cNvSpPr/>
              <p:nvPr/>
            </p:nvSpPr>
            <p:spPr>
              <a:xfrm rot="16200000">
                <a:off x="4842032" y="3546055"/>
                <a:ext cx="1189683" cy="1168717"/>
              </a:xfrm>
              <a:prstGeom prst="round2DiagRect">
                <a:avLst>
                  <a:gd name="adj1" fmla="val 50000"/>
                  <a:gd name="adj2" fmla="val 0"/>
                </a:avLst>
              </a:prstGeom>
              <a:noFill/>
              <a:ln w="28575">
                <a:solidFill>
                  <a:schemeClr val="accent3"/>
                </a:solidFill>
                <a:prstDash val="solid"/>
                <a:miter/>
              </a:ln>
            </p:spPr>
            <p:txBody>
              <a:bodyPr anchor="ctr"/>
              <a:lstStyle/>
              <a:p>
                <a:pPr algn="ctr" defTabSz="1218565"/>
                <a:endParaRPr sz="2400">
                  <a:solidFill>
                    <a:schemeClr val="accent2"/>
                  </a:solidFill>
                  <a:latin typeface="方正黑体简体"/>
                  <a:ea typeface="方正黑体简体"/>
                </a:endParaRPr>
              </a:p>
            </p:txBody>
          </p:sp>
          <p:sp>
            <p:nvSpPr>
              <p:cNvPr id="23" name="对角圆角矩形 30"/>
              <p:cNvSpPr/>
              <p:nvPr/>
            </p:nvSpPr>
            <p:spPr>
              <a:xfrm rot="16200000">
                <a:off x="4949228" y="3639545"/>
                <a:ext cx="997360" cy="979782"/>
              </a:xfrm>
              <a:prstGeom prst="round2DiagRect">
                <a:avLst>
                  <a:gd name="adj1" fmla="val 50000"/>
                  <a:gd name="adj2" fmla="val 0"/>
                </a:avLst>
              </a:prstGeom>
              <a:solidFill>
                <a:schemeClr val="accent3"/>
              </a:solidFill>
              <a:ln>
                <a:noFill/>
              </a:ln>
            </p:spPr>
            <p:txBody>
              <a:bodyPr anchor="ctr"/>
              <a:lstStyle/>
              <a:p>
                <a:pPr algn="ctr" defTabSz="1218565"/>
                <a:endParaRPr sz="2400">
                  <a:solidFill>
                    <a:schemeClr val="accent2"/>
                  </a:solidFill>
                  <a:latin typeface="方正黑体简体"/>
                  <a:ea typeface="方正黑体简体"/>
                </a:endParaRPr>
              </a:p>
            </p:txBody>
          </p:sp>
          <p:sp>
            <p:nvSpPr>
              <p:cNvPr id="24" name="任意多边形 31"/>
              <p:cNvSpPr/>
              <p:nvPr/>
            </p:nvSpPr>
            <p:spPr>
              <a:xfrm rot="10800000" flipV="1">
                <a:off x="5200395" y="3857401"/>
                <a:ext cx="444440" cy="482637"/>
              </a:xfrm>
              <a:custGeom>
                <a:avLst/>
                <a:gdLst/>
                <a:ahLst/>
                <a:cxnLst/>
                <a:rect l="0" t="0" r="r" b="b"/>
                <a:pathLst>
                  <a:path w="444440" h="482637">
                    <a:moveTo>
                      <a:pt x="444440" y="444931"/>
                    </a:moveTo>
                    <a:cubicBezTo>
                      <a:pt x="444440" y="467555"/>
                      <a:pt x="429374" y="482637"/>
                      <a:pt x="414308" y="482637"/>
                    </a:cubicBezTo>
                    <a:cubicBezTo>
                      <a:pt x="30132" y="482637"/>
                      <a:pt x="30132" y="482637"/>
                      <a:pt x="30132" y="482637"/>
                    </a:cubicBezTo>
                    <a:cubicBezTo>
                      <a:pt x="15066" y="482637"/>
                      <a:pt x="0" y="467555"/>
                      <a:pt x="0" y="444931"/>
                    </a:cubicBezTo>
                    <a:cubicBezTo>
                      <a:pt x="0" y="98036"/>
                      <a:pt x="0" y="98036"/>
                      <a:pt x="0" y="98036"/>
                    </a:cubicBezTo>
                    <a:cubicBezTo>
                      <a:pt x="0" y="82953"/>
                      <a:pt x="15066" y="67871"/>
                      <a:pt x="30132" y="67871"/>
                    </a:cubicBezTo>
                    <a:cubicBezTo>
                      <a:pt x="67796" y="67871"/>
                      <a:pt x="67796" y="67871"/>
                      <a:pt x="67796" y="67871"/>
                    </a:cubicBezTo>
                    <a:cubicBezTo>
                      <a:pt x="67796" y="37706"/>
                      <a:pt x="67796" y="37706"/>
                      <a:pt x="67796" y="37706"/>
                    </a:cubicBezTo>
                    <a:cubicBezTo>
                      <a:pt x="67796" y="15082"/>
                      <a:pt x="82862" y="0"/>
                      <a:pt x="112993" y="0"/>
                    </a:cubicBezTo>
                    <a:cubicBezTo>
                      <a:pt x="128059" y="0"/>
                      <a:pt x="128059" y="0"/>
                      <a:pt x="128059" y="0"/>
                    </a:cubicBezTo>
                    <a:cubicBezTo>
                      <a:pt x="150658" y="0"/>
                      <a:pt x="173256" y="15082"/>
                      <a:pt x="173256" y="37706"/>
                    </a:cubicBezTo>
                    <a:cubicBezTo>
                      <a:pt x="173256" y="67871"/>
                      <a:pt x="173256" y="67871"/>
                      <a:pt x="173256" y="67871"/>
                    </a:cubicBezTo>
                    <a:cubicBezTo>
                      <a:pt x="271184" y="67871"/>
                      <a:pt x="271184" y="67871"/>
                      <a:pt x="271184" y="67871"/>
                    </a:cubicBezTo>
                    <a:cubicBezTo>
                      <a:pt x="271184" y="37706"/>
                      <a:pt x="271184" y="37706"/>
                      <a:pt x="271184" y="37706"/>
                    </a:cubicBezTo>
                    <a:cubicBezTo>
                      <a:pt x="271184" y="15082"/>
                      <a:pt x="293782" y="0"/>
                      <a:pt x="316381" y="0"/>
                    </a:cubicBezTo>
                    <a:cubicBezTo>
                      <a:pt x="331447" y="0"/>
                      <a:pt x="331447" y="0"/>
                      <a:pt x="331447" y="0"/>
                    </a:cubicBezTo>
                    <a:cubicBezTo>
                      <a:pt x="354045" y="0"/>
                      <a:pt x="376644" y="15082"/>
                      <a:pt x="376644" y="37706"/>
                    </a:cubicBezTo>
                    <a:cubicBezTo>
                      <a:pt x="376644" y="67871"/>
                      <a:pt x="376644" y="67871"/>
                      <a:pt x="376644" y="67871"/>
                    </a:cubicBezTo>
                    <a:cubicBezTo>
                      <a:pt x="414308" y="67871"/>
                      <a:pt x="414308" y="67871"/>
                      <a:pt x="414308" y="67871"/>
                    </a:cubicBezTo>
                    <a:cubicBezTo>
                      <a:pt x="429374" y="67871"/>
                      <a:pt x="444440" y="82953"/>
                      <a:pt x="444440" y="98036"/>
                    </a:cubicBezTo>
                    <a:lnTo>
                      <a:pt x="444440" y="444931"/>
                    </a:lnTo>
                    <a:close/>
                    <a:moveTo>
                      <a:pt x="112993" y="248860"/>
                    </a:moveTo>
                    <a:cubicBezTo>
                      <a:pt x="112993" y="173448"/>
                      <a:pt x="112993" y="173448"/>
                      <a:pt x="112993" y="173448"/>
                    </a:cubicBezTo>
                    <a:cubicBezTo>
                      <a:pt x="30132" y="173448"/>
                      <a:pt x="30132" y="173448"/>
                      <a:pt x="30132" y="173448"/>
                    </a:cubicBezTo>
                    <a:cubicBezTo>
                      <a:pt x="30132" y="248860"/>
                      <a:pt x="30132" y="248860"/>
                      <a:pt x="30132" y="248860"/>
                    </a:cubicBezTo>
                    <a:lnTo>
                      <a:pt x="112993" y="248860"/>
                    </a:lnTo>
                    <a:close/>
                    <a:moveTo>
                      <a:pt x="112993" y="354437"/>
                    </a:moveTo>
                    <a:cubicBezTo>
                      <a:pt x="112993" y="263942"/>
                      <a:pt x="112993" y="263942"/>
                      <a:pt x="112993" y="263942"/>
                    </a:cubicBezTo>
                    <a:cubicBezTo>
                      <a:pt x="30132" y="263942"/>
                      <a:pt x="30132" y="263942"/>
                      <a:pt x="30132" y="263942"/>
                    </a:cubicBezTo>
                    <a:cubicBezTo>
                      <a:pt x="30132" y="354437"/>
                      <a:pt x="30132" y="354437"/>
                      <a:pt x="30132" y="354437"/>
                    </a:cubicBezTo>
                    <a:lnTo>
                      <a:pt x="112993" y="354437"/>
                    </a:lnTo>
                    <a:close/>
                    <a:moveTo>
                      <a:pt x="112993" y="444931"/>
                    </a:moveTo>
                    <a:cubicBezTo>
                      <a:pt x="112993" y="369519"/>
                      <a:pt x="112993" y="369519"/>
                      <a:pt x="112993" y="369519"/>
                    </a:cubicBezTo>
                    <a:cubicBezTo>
                      <a:pt x="30132" y="369519"/>
                      <a:pt x="30132" y="369519"/>
                      <a:pt x="30132" y="369519"/>
                    </a:cubicBezTo>
                    <a:cubicBezTo>
                      <a:pt x="30132" y="444931"/>
                      <a:pt x="30132" y="444931"/>
                      <a:pt x="30132" y="444931"/>
                    </a:cubicBezTo>
                    <a:lnTo>
                      <a:pt x="112993" y="444931"/>
                    </a:lnTo>
                    <a:close/>
                    <a:moveTo>
                      <a:pt x="135592" y="37706"/>
                    </a:moveTo>
                    <a:cubicBezTo>
                      <a:pt x="135592" y="37706"/>
                      <a:pt x="135592" y="30165"/>
                      <a:pt x="128059" y="30165"/>
                    </a:cubicBezTo>
                    <a:cubicBezTo>
                      <a:pt x="112993" y="30165"/>
                      <a:pt x="112993" y="30165"/>
                      <a:pt x="112993" y="30165"/>
                    </a:cubicBezTo>
                    <a:cubicBezTo>
                      <a:pt x="105460" y="30165"/>
                      <a:pt x="97927" y="37706"/>
                      <a:pt x="97927" y="37706"/>
                    </a:cubicBezTo>
                    <a:cubicBezTo>
                      <a:pt x="97927" y="120659"/>
                      <a:pt x="97927" y="120659"/>
                      <a:pt x="97927" y="120659"/>
                    </a:cubicBezTo>
                    <a:cubicBezTo>
                      <a:pt x="97927" y="120659"/>
                      <a:pt x="105460" y="128200"/>
                      <a:pt x="112993" y="128200"/>
                    </a:cubicBezTo>
                    <a:cubicBezTo>
                      <a:pt x="128059" y="128200"/>
                      <a:pt x="128059" y="128200"/>
                      <a:pt x="128059" y="128200"/>
                    </a:cubicBezTo>
                    <a:cubicBezTo>
                      <a:pt x="135592" y="128200"/>
                      <a:pt x="135592" y="120659"/>
                      <a:pt x="135592" y="120659"/>
                    </a:cubicBezTo>
                    <a:lnTo>
                      <a:pt x="135592" y="37706"/>
                    </a:lnTo>
                    <a:close/>
                    <a:moveTo>
                      <a:pt x="210921" y="248860"/>
                    </a:moveTo>
                    <a:cubicBezTo>
                      <a:pt x="210921" y="173448"/>
                      <a:pt x="210921" y="173448"/>
                      <a:pt x="210921" y="173448"/>
                    </a:cubicBezTo>
                    <a:cubicBezTo>
                      <a:pt x="128059" y="173448"/>
                      <a:pt x="128059" y="173448"/>
                      <a:pt x="128059" y="173448"/>
                    </a:cubicBezTo>
                    <a:cubicBezTo>
                      <a:pt x="128059" y="248860"/>
                      <a:pt x="128059" y="248860"/>
                      <a:pt x="128059" y="248860"/>
                    </a:cubicBezTo>
                    <a:lnTo>
                      <a:pt x="210921" y="248860"/>
                    </a:lnTo>
                    <a:close/>
                    <a:moveTo>
                      <a:pt x="210921" y="354437"/>
                    </a:moveTo>
                    <a:cubicBezTo>
                      <a:pt x="210921" y="263942"/>
                      <a:pt x="210921" y="263942"/>
                      <a:pt x="210921" y="263942"/>
                    </a:cubicBezTo>
                    <a:cubicBezTo>
                      <a:pt x="128059" y="263942"/>
                      <a:pt x="128059" y="263942"/>
                      <a:pt x="128059" y="263942"/>
                    </a:cubicBezTo>
                    <a:cubicBezTo>
                      <a:pt x="128059" y="354437"/>
                      <a:pt x="128059" y="354437"/>
                      <a:pt x="128059" y="354437"/>
                    </a:cubicBezTo>
                    <a:lnTo>
                      <a:pt x="210921" y="354437"/>
                    </a:lnTo>
                    <a:close/>
                    <a:moveTo>
                      <a:pt x="210921" y="444931"/>
                    </a:moveTo>
                    <a:cubicBezTo>
                      <a:pt x="210921" y="369519"/>
                      <a:pt x="210921" y="369519"/>
                      <a:pt x="210921" y="369519"/>
                    </a:cubicBezTo>
                    <a:cubicBezTo>
                      <a:pt x="128059" y="369519"/>
                      <a:pt x="128059" y="369519"/>
                      <a:pt x="128059" y="369519"/>
                    </a:cubicBezTo>
                    <a:cubicBezTo>
                      <a:pt x="128059" y="444931"/>
                      <a:pt x="128059" y="444931"/>
                      <a:pt x="128059" y="444931"/>
                    </a:cubicBezTo>
                    <a:lnTo>
                      <a:pt x="210921" y="444931"/>
                    </a:lnTo>
                    <a:close/>
                    <a:moveTo>
                      <a:pt x="316381" y="248860"/>
                    </a:moveTo>
                    <a:cubicBezTo>
                      <a:pt x="316381" y="173448"/>
                      <a:pt x="316381" y="173448"/>
                      <a:pt x="316381" y="173448"/>
                    </a:cubicBezTo>
                    <a:cubicBezTo>
                      <a:pt x="233519" y="173448"/>
                      <a:pt x="233519" y="173448"/>
                      <a:pt x="233519" y="173448"/>
                    </a:cubicBezTo>
                    <a:cubicBezTo>
                      <a:pt x="233519" y="248860"/>
                      <a:pt x="233519" y="248860"/>
                      <a:pt x="233519" y="248860"/>
                    </a:cubicBezTo>
                    <a:lnTo>
                      <a:pt x="316381" y="248860"/>
                    </a:lnTo>
                    <a:close/>
                    <a:moveTo>
                      <a:pt x="316381" y="354437"/>
                    </a:moveTo>
                    <a:cubicBezTo>
                      <a:pt x="316381" y="263942"/>
                      <a:pt x="316381" y="263942"/>
                      <a:pt x="316381" y="263942"/>
                    </a:cubicBezTo>
                    <a:cubicBezTo>
                      <a:pt x="233519" y="263942"/>
                      <a:pt x="233519" y="263942"/>
                      <a:pt x="233519" y="263942"/>
                    </a:cubicBezTo>
                    <a:cubicBezTo>
                      <a:pt x="233519" y="354437"/>
                      <a:pt x="233519" y="354437"/>
                      <a:pt x="233519" y="354437"/>
                    </a:cubicBezTo>
                    <a:lnTo>
                      <a:pt x="316381" y="354437"/>
                    </a:lnTo>
                    <a:close/>
                    <a:moveTo>
                      <a:pt x="316381" y="444931"/>
                    </a:moveTo>
                    <a:cubicBezTo>
                      <a:pt x="316381" y="369519"/>
                      <a:pt x="316381" y="369519"/>
                      <a:pt x="316381" y="369519"/>
                    </a:cubicBezTo>
                    <a:cubicBezTo>
                      <a:pt x="233519" y="369519"/>
                      <a:pt x="233519" y="369519"/>
                      <a:pt x="233519" y="369519"/>
                    </a:cubicBezTo>
                    <a:cubicBezTo>
                      <a:pt x="233519" y="444931"/>
                      <a:pt x="233519" y="444931"/>
                      <a:pt x="233519" y="444931"/>
                    </a:cubicBezTo>
                    <a:lnTo>
                      <a:pt x="316381" y="444931"/>
                    </a:lnTo>
                    <a:close/>
                    <a:moveTo>
                      <a:pt x="338980" y="37706"/>
                    </a:moveTo>
                    <a:cubicBezTo>
                      <a:pt x="338980" y="37706"/>
                      <a:pt x="338980" y="30165"/>
                      <a:pt x="331447" y="30165"/>
                    </a:cubicBezTo>
                    <a:cubicBezTo>
                      <a:pt x="316381" y="30165"/>
                      <a:pt x="316381" y="30165"/>
                      <a:pt x="316381" y="30165"/>
                    </a:cubicBezTo>
                    <a:cubicBezTo>
                      <a:pt x="308848" y="30165"/>
                      <a:pt x="308848" y="37706"/>
                      <a:pt x="308848" y="37706"/>
                    </a:cubicBezTo>
                    <a:cubicBezTo>
                      <a:pt x="308848" y="120659"/>
                      <a:pt x="308848" y="120659"/>
                      <a:pt x="308848" y="120659"/>
                    </a:cubicBezTo>
                    <a:cubicBezTo>
                      <a:pt x="308848" y="120659"/>
                      <a:pt x="308848" y="128200"/>
                      <a:pt x="316381" y="128200"/>
                    </a:cubicBezTo>
                    <a:cubicBezTo>
                      <a:pt x="331447" y="128200"/>
                      <a:pt x="331447" y="128200"/>
                      <a:pt x="331447" y="128200"/>
                    </a:cubicBezTo>
                    <a:cubicBezTo>
                      <a:pt x="338980" y="128200"/>
                      <a:pt x="338980" y="120659"/>
                      <a:pt x="338980" y="120659"/>
                    </a:cubicBezTo>
                    <a:lnTo>
                      <a:pt x="338980" y="37706"/>
                    </a:lnTo>
                    <a:close/>
                    <a:moveTo>
                      <a:pt x="414308" y="248860"/>
                    </a:moveTo>
                    <a:cubicBezTo>
                      <a:pt x="414308" y="173448"/>
                      <a:pt x="414308" y="173448"/>
                      <a:pt x="414308" y="173448"/>
                    </a:cubicBezTo>
                    <a:cubicBezTo>
                      <a:pt x="331447" y="173448"/>
                      <a:pt x="331447" y="173448"/>
                      <a:pt x="331447" y="173448"/>
                    </a:cubicBezTo>
                    <a:cubicBezTo>
                      <a:pt x="331447" y="248860"/>
                      <a:pt x="331447" y="248860"/>
                      <a:pt x="331447" y="248860"/>
                    </a:cubicBezTo>
                    <a:lnTo>
                      <a:pt x="414308" y="248860"/>
                    </a:lnTo>
                    <a:close/>
                    <a:moveTo>
                      <a:pt x="414308" y="354437"/>
                    </a:moveTo>
                    <a:cubicBezTo>
                      <a:pt x="414308" y="263942"/>
                      <a:pt x="414308" y="263942"/>
                      <a:pt x="414308" y="263942"/>
                    </a:cubicBezTo>
                    <a:cubicBezTo>
                      <a:pt x="331447" y="263942"/>
                      <a:pt x="331447" y="263942"/>
                      <a:pt x="331447" y="263942"/>
                    </a:cubicBezTo>
                    <a:cubicBezTo>
                      <a:pt x="331447" y="354437"/>
                      <a:pt x="331447" y="354437"/>
                      <a:pt x="331447" y="354437"/>
                    </a:cubicBezTo>
                    <a:lnTo>
                      <a:pt x="414308" y="354437"/>
                    </a:lnTo>
                    <a:close/>
                    <a:moveTo>
                      <a:pt x="414308" y="444931"/>
                    </a:moveTo>
                    <a:cubicBezTo>
                      <a:pt x="414308" y="369519"/>
                      <a:pt x="414308" y="369519"/>
                      <a:pt x="414308" y="369519"/>
                    </a:cubicBezTo>
                    <a:cubicBezTo>
                      <a:pt x="331447" y="369519"/>
                      <a:pt x="331447" y="369519"/>
                      <a:pt x="331447" y="369519"/>
                    </a:cubicBezTo>
                    <a:cubicBezTo>
                      <a:pt x="331447" y="444931"/>
                      <a:pt x="331447" y="444931"/>
                      <a:pt x="331447" y="444931"/>
                    </a:cubicBezTo>
                    <a:lnTo>
                      <a:pt x="414308" y="444931"/>
                    </a:lnTo>
                    <a:close/>
                  </a:path>
                </a:pathLst>
              </a:custGeom>
              <a:solidFill>
                <a:schemeClr val="bg1"/>
              </a:solidFill>
              <a:ln>
                <a:noFill/>
              </a:ln>
            </p:spPr>
            <p:txBody>
              <a:bodyPr anchor="ctr"/>
              <a:lstStyle/>
              <a:p>
                <a:pPr algn="ctr" defTabSz="1218565"/>
                <a:endParaRPr sz="2400">
                  <a:solidFill>
                    <a:schemeClr val="accent2"/>
                  </a:solidFill>
                  <a:latin typeface="方正黑体简体"/>
                  <a:ea typeface="方正黑体简体"/>
                </a:endParaRPr>
              </a:p>
            </p:txBody>
          </p:sp>
        </p:grpSp>
        <p:grpSp>
          <p:nvGrpSpPr>
            <p:cNvPr id="19" name="组合 18"/>
            <p:cNvGrpSpPr/>
            <p:nvPr/>
          </p:nvGrpSpPr>
          <p:grpSpPr>
            <a:xfrm>
              <a:off x="1842358" y="3684594"/>
              <a:ext cx="2716877" cy="943522"/>
              <a:chOff x="1849706" y="1734048"/>
              <a:chExt cx="2417495" cy="943522"/>
            </a:xfrm>
          </p:grpSpPr>
          <p:sp>
            <p:nvSpPr>
              <p:cNvPr id="20" name="文本框 14"/>
              <p:cNvSpPr txBox="1"/>
              <p:nvPr/>
            </p:nvSpPr>
            <p:spPr>
              <a:xfrm>
                <a:off x="1849706" y="2123572"/>
                <a:ext cx="2348822" cy="553998"/>
              </a:xfrm>
              <a:prstGeom prst="rect">
                <a:avLst/>
              </a:prstGeom>
              <a:noFill/>
            </p:spPr>
            <p:txBody>
              <a:bodyPr wrap="square" rIns="480000" anchor="t" anchorCtr="0">
                <a:normAutofit/>
              </a:bodyPr>
              <a:lstStyle/>
              <a:p>
                <a:pPr algn="r" defTabSz="1218565">
                  <a:lnSpc>
                    <a:spcPct val="120000"/>
                  </a:lnSpc>
                </a:pPr>
                <a:endParaRPr lang="zh-CN" sz="1335">
                  <a:solidFill>
                    <a:schemeClr val="accent2"/>
                  </a:solidFill>
                  <a:latin typeface="方正黑体简体"/>
                  <a:ea typeface="方正黑体简体"/>
                </a:endParaRPr>
              </a:p>
            </p:txBody>
          </p:sp>
          <p:sp>
            <p:nvSpPr>
              <p:cNvPr id="21" name="矩形 20"/>
              <p:cNvSpPr/>
              <p:nvPr/>
            </p:nvSpPr>
            <p:spPr>
              <a:xfrm>
                <a:off x="2985227" y="1734048"/>
                <a:ext cx="1281974" cy="323165"/>
              </a:xfrm>
              <a:prstGeom prst="rect">
                <a:avLst/>
              </a:prstGeom>
            </p:spPr>
            <p:txBody>
              <a:bodyPr wrap="none" lIns="0" tIns="0" rIns="480000" bIns="0" anchor="b" anchorCtr="0">
                <a:normAutofit/>
              </a:bodyPr>
              <a:lstStyle/>
              <a:p>
                <a:pPr algn="r" defTabSz="1218565"/>
                <a:endParaRPr lang="zh-CN" sz="1865" b="1">
                  <a:solidFill>
                    <a:schemeClr val="accent2"/>
                  </a:solidFill>
                  <a:latin typeface="方正黑体简体"/>
                  <a:ea typeface="方正黑体简体"/>
                </a:endParaRPr>
              </a:p>
            </p:txBody>
          </p:sp>
        </p:grpSp>
      </p:grpSp>
      <p:sp>
        <p:nvSpPr>
          <p:cNvPr id="25" name="文本框 24"/>
          <p:cNvSpPr txBox="1"/>
          <p:nvPr/>
        </p:nvSpPr>
        <p:spPr>
          <a:xfrm>
            <a:off x="1340069" y="1149362"/>
            <a:ext cx="2625343" cy="2429702"/>
          </a:xfrm>
          <a:prstGeom prst="rect">
            <a:avLst/>
          </a:prstGeom>
          <a:noFill/>
        </p:spPr>
        <p:txBody>
          <a:bodyPr wrap="square"/>
          <a:lstStyle/>
          <a:p>
            <a:r>
              <a:rPr lang="zh-CN" sz="1800" b="0" i="0" strike="noStrike" spc="0">
                <a:solidFill>
                  <a:srgbClr val="0070C0"/>
                </a:solidFill>
                <a:latin typeface="+mn-lt"/>
                <a:ea typeface="+mn-lt"/>
                <a:cs typeface="+mn-lt"/>
              </a:rPr>
              <a:t>人们的消费价值观是趋于共享，重视社会，他们的消费倾向是无品牌倾向、朴素倾向、休闲倾向、本土倾向。 </a:t>
            </a:r>
            <a:r>
              <a:rPr lang="zh-CN" sz="1800">
                <a:solidFill>
                  <a:srgbClr val="0070C0"/>
                </a:solidFill>
                <a:latin typeface="+mn-lt"/>
                <a:ea typeface="+mn-lt"/>
                <a:cs typeface="+mn-lt"/>
              </a:rPr>
              <a:t>二手书流通价值较高，我国的二手书交易近年来逐渐活跃，需求旺盛。</a:t>
            </a:r>
          </a:p>
        </p:txBody>
      </p:sp>
      <p:sp>
        <p:nvSpPr>
          <p:cNvPr id="26" name="文本框 25"/>
          <p:cNvSpPr txBox="1"/>
          <p:nvPr/>
        </p:nvSpPr>
        <p:spPr>
          <a:xfrm>
            <a:off x="1209578" y="4185773"/>
            <a:ext cx="2468654" cy="1999290"/>
          </a:xfrm>
          <a:prstGeom prst="rect">
            <a:avLst/>
          </a:prstGeom>
          <a:noFill/>
        </p:spPr>
        <p:txBody>
          <a:bodyPr wrap="square"/>
          <a:lstStyle/>
          <a:p>
            <a:pPr marL="0" indent="0" algn="l" defTabSz="457200">
              <a:lnSpc>
                <a:spcPct val="100000"/>
              </a:lnSpc>
              <a:spcBef>
                <a:spcPts val="0"/>
              </a:spcBef>
              <a:spcAft>
                <a:spcPts val="0"/>
              </a:spcAft>
            </a:pPr>
            <a:r>
              <a:rPr lang="zh-CN" sz="1800" b="0" i="0" strike="noStrike" spc="0">
                <a:solidFill>
                  <a:srgbClr val="0070C0"/>
                </a:solidFill>
                <a:latin typeface="+mn-lt"/>
                <a:ea typeface="+mn-lt"/>
              </a:rPr>
              <a:t>随着人工智能和大数据等科技的发展，我国二手书网络交易平台的商业模式越来越多样化，二手书网络交易平台的发展充满机遇。</a:t>
            </a:r>
          </a:p>
        </p:txBody>
      </p:sp>
      <p:sp>
        <p:nvSpPr>
          <p:cNvPr id="27" name="文本框 26"/>
          <p:cNvSpPr txBox="1"/>
          <p:nvPr/>
        </p:nvSpPr>
        <p:spPr>
          <a:xfrm>
            <a:off x="4790488" y="552509"/>
            <a:ext cx="3677477" cy="1047979"/>
          </a:xfrm>
          <a:prstGeom prst="rect">
            <a:avLst/>
          </a:prstGeom>
          <a:noFill/>
        </p:spPr>
        <p:txBody>
          <a:bodyPr wrap="square">
            <a:spAutoFit/>
          </a:bodyPr>
          <a:lstStyle/>
          <a:p>
            <a:pPr>
              <a:lnSpc>
                <a:spcPct val="120000"/>
              </a:lnSpc>
            </a:pPr>
            <a:r>
              <a:rPr lang="zh-CN" sz="5400">
                <a:solidFill>
                  <a:srgbClr val="1D73DA"/>
                </a:solidFill>
                <a:latin typeface="华文行楷" panose="02010800040101010101" charset="-122"/>
                <a:ea typeface="华文行楷" panose="02010800040101010101" charset="-122"/>
              </a:rPr>
              <a:t>项目背景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ppt_x"/>
                                          </p:val>
                                        </p:tav>
                                        <p:tav tm="100000">
                                          <p:val>
                                            <p:strVal val="#ppt_x"/>
                                          </p:val>
                                        </p:tav>
                                      </p:tavLst>
                                    </p:anim>
                                    <p:anim calcmode="lin" valueType="num">
                                      <p:cBhvr additive="base">
                                        <p:cTn id="1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500" fill="hold"/>
                                        <p:tgtEl>
                                          <p:spTgt spid="26"/>
                                        </p:tgtEl>
                                        <p:attrNameLst>
                                          <p:attrName>ppt_x</p:attrName>
                                        </p:attrNameLst>
                                      </p:cBhvr>
                                      <p:tavLst>
                                        <p:tav tm="0">
                                          <p:val>
                                            <p:strVal val="#ppt_x"/>
                                          </p:val>
                                        </p:tav>
                                        <p:tav tm="100000">
                                          <p:val>
                                            <p:strVal val="#ppt_x"/>
                                          </p:val>
                                        </p:tav>
                                      </p:tavLst>
                                    </p:anim>
                                    <p:anim calcmode="lin" valueType="num">
                                      <p:cBhvr additive="base">
                                        <p:cTn id="2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2"/>
          <p:cNvGrpSpPr/>
          <p:nvPr/>
        </p:nvGrpSpPr>
        <p:grpSpPr>
          <a:xfrm>
            <a:off x="730968" y="3353107"/>
            <a:ext cx="5418359" cy="586244"/>
            <a:chOff x="-1032447" y="0"/>
            <a:chExt cx="2967616" cy="506624"/>
          </a:xfrm>
          <a:solidFill>
            <a:schemeClr val="accent1"/>
          </a:solidFill>
        </p:grpSpPr>
        <p:sp>
          <p:nvSpPr>
            <p:cNvPr id="5" name="圆角矩形 33"/>
            <p:cNvSpPr/>
            <p:nvPr/>
          </p:nvSpPr>
          <p:spPr>
            <a:xfrm>
              <a:off x="-1032447" y="73989"/>
              <a:ext cx="2967616" cy="432635"/>
            </a:xfrm>
            <a:prstGeom prst="roundRect">
              <a:avLst>
                <a:gd name="adj" fmla="val 16667"/>
              </a:avLst>
            </a:prstGeom>
            <a:grpFill/>
            <a:ln>
              <a:noFill/>
            </a:ln>
          </p:spPr>
          <p:txBody>
            <a:bodyPr anchor="ctr"/>
            <a:lstStyle/>
            <a:p>
              <a:pPr marL="0" lvl="0" indent="0" algn="ctr" defTabSz="457200">
                <a:lnSpc>
                  <a:spcPct val="120000"/>
                </a:lnSpc>
                <a:spcBef>
                  <a:spcPts val="0"/>
                </a:spcBef>
                <a:spcAft>
                  <a:spcPts val="0"/>
                </a:spcAft>
                <a:buNone/>
              </a:pPr>
              <a:endParaRPr lang="zh-CN" sz="1515" b="0" i="0" u="none" strike="noStrike" kern="1200" spc="0" baseline="0">
                <a:solidFill>
                  <a:srgbClr val="1D73DA"/>
                </a:solidFill>
                <a:latin typeface="方正黑体简体"/>
                <a:ea typeface="方正黑体简体"/>
              </a:endParaRPr>
            </a:p>
          </p:txBody>
        </p:sp>
        <p:sp>
          <p:nvSpPr>
            <p:cNvPr id="6" name="等腰三角形 34"/>
            <p:cNvSpPr/>
            <p:nvPr/>
          </p:nvSpPr>
          <p:spPr>
            <a:xfrm>
              <a:off x="902659" y="0"/>
              <a:ext cx="129852" cy="95220"/>
            </a:xfrm>
            <a:prstGeom prst="triangle">
              <a:avLst>
                <a:gd name="adj" fmla="val 50000"/>
              </a:avLst>
            </a:prstGeom>
            <a:grpFill/>
            <a:ln>
              <a:noFill/>
            </a:ln>
          </p:spPr>
          <p:txBody>
            <a:bodyPr anchor="ctr"/>
            <a:lstStyle/>
            <a:p>
              <a:pPr marL="0" lvl="0" indent="0" algn="ctr" defTabSz="457200">
                <a:lnSpc>
                  <a:spcPct val="120000"/>
                </a:lnSpc>
                <a:spcBef>
                  <a:spcPts val="0"/>
                </a:spcBef>
                <a:spcAft>
                  <a:spcPts val="0"/>
                </a:spcAft>
                <a:buNone/>
              </a:pPr>
              <a:endParaRPr lang="zh-CN" sz="1515" b="0" i="0" u="none" strike="noStrike" kern="1200" spc="0" baseline="0">
                <a:solidFill>
                  <a:srgbClr val="1D73DA"/>
                </a:solidFill>
                <a:latin typeface="方正黑体简体"/>
                <a:ea typeface="方正黑体简体"/>
              </a:endParaRPr>
            </a:p>
          </p:txBody>
        </p:sp>
      </p:grpSp>
      <p:sp>
        <p:nvSpPr>
          <p:cNvPr id="7" name="椭圆 35"/>
          <p:cNvSpPr/>
          <p:nvPr/>
        </p:nvSpPr>
        <p:spPr>
          <a:xfrm>
            <a:off x="528139" y="1795973"/>
            <a:ext cx="1227621" cy="1227621"/>
          </a:xfrm>
          <a:prstGeom prst="ellipse">
            <a:avLst/>
          </a:prstGeom>
          <a:solidFill>
            <a:schemeClr val="accent1"/>
          </a:solidFill>
          <a:ln>
            <a:noFill/>
          </a:ln>
        </p:spPr>
        <p:txBody>
          <a:bodyPr anchor="ctr"/>
          <a:lstStyle/>
          <a:p>
            <a:pPr marL="0" lvl="0" indent="0" algn="ctr" defTabSz="457200">
              <a:lnSpc>
                <a:spcPct val="120000"/>
              </a:lnSpc>
              <a:spcBef>
                <a:spcPts val="0"/>
              </a:spcBef>
              <a:spcAft>
                <a:spcPts val="0"/>
              </a:spcAft>
              <a:buNone/>
            </a:pPr>
            <a:endParaRPr lang="zh-CN" sz="1325" b="0" i="0" u="none" strike="noStrike" kern="1200" spc="0" baseline="0">
              <a:solidFill>
                <a:srgbClr val="FFFFFF"/>
              </a:solidFill>
              <a:latin typeface="方正黑体简体"/>
              <a:ea typeface="方正黑体简体"/>
            </a:endParaRPr>
          </a:p>
        </p:txBody>
      </p:sp>
      <p:sp>
        <p:nvSpPr>
          <p:cNvPr id="15" name="椭圆 43"/>
          <p:cNvSpPr/>
          <p:nvPr/>
        </p:nvSpPr>
        <p:spPr>
          <a:xfrm>
            <a:off x="10101127" y="4385278"/>
            <a:ext cx="1227621" cy="1227621"/>
          </a:xfrm>
          <a:prstGeom prst="ellipse">
            <a:avLst/>
          </a:prstGeom>
          <a:solidFill>
            <a:srgbClr val="0070C0"/>
          </a:solidFill>
          <a:ln w="12700">
            <a:solidFill>
              <a:srgbClr val="5C5C5C"/>
            </a:solidFill>
            <a:prstDash val="solid"/>
          </a:ln>
        </p:spPr>
        <p:txBody>
          <a:bodyPr anchor="ctr"/>
          <a:lstStyle/>
          <a:p>
            <a:pPr marL="0" lvl="0" indent="0" algn="ctr" defTabSz="457200">
              <a:lnSpc>
                <a:spcPct val="120000"/>
              </a:lnSpc>
              <a:spcBef>
                <a:spcPts val="0"/>
              </a:spcBef>
              <a:spcAft>
                <a:spcPts val="0"/>
              </a:spcAft>
              <a:buNone/>
            </a:pPr>
            <a:endParaRPr lang="zh-CN" sz="1325" b="0" i="0" u="none" strike="noStrike" kern="1200" spc="0" baseline="0">
              <a:solidFill>
                <a:srgbClr val="1D73DA"/>
              </a:solidFill>
              <a:latin typeface="方正黑体简体"/>
              <a:ea typeface="方正黑体简体"/>
            </a:endParaRPr>
          </a:p>
        </p:txBody>
      </p:sp>
      <p:grpSp>
        <p:nvGrpSpPr>
          <p:cNvPr id="22" name="组合 53"/>
          <p:cNvGrpSpPr/>
          <p:nvPr/>
        </p:nvGrpSpPr>
        <p:grpSpPr>
          <a:xfrm flipV="1">
            <a:off x="6095999" y="3439478"/>
            <a:ext cx="5418361" cy="586246"/>
            <a:chOff x="-1" y="0"/>
            <a:chExt cx="2865253" cy="506625"/>
          </a:xfrm>
          <a:solidFill>
            <a:schemeClr val="accent4"/>
          </a:solidFill>
        </p:grpSpPr>
        <p:sp>
          <p:nvSpPr>
            <p:cNvPr id="23" name="圆角矩形 54"/>
            <p:cNvSpPr/>
            <p:nvPr/>
          </p:nvSpPr>
          <p:spPr>
            <a:xfrm>
              <a:off x="-1" y="73990"/>
              <a:ext cx="2865253" cy="432635"/>
            </a:xfrm>
            <a:prstGeom prst="roundRect">
              <a:avLst>
                <a:gd name="adj" fmla="val 16667"/>
              </a:avLst>
            </a:prstGeom>
            <a:grpFill/>
            <a:ln>
              <a:noFill/>
            </a:ln>
          </p:spPr>
          <p:txBody>
            <a:bodyPr anchor="ctr"/>
            <a:lstStyle/>
            <a:p>
              <a:pPr marL="0" lvl="0" indent="0" algn="ctr" defTabSz="457200">
                <a:lnSpc>
                  <a:spcPct val="120000"/>
                </a:lnSpc>
                <a:spcBef>
                  <a:spcPts val="0"/>
                </a:spcBef>
                <a:spcAft>
                  <a:spcPts val="0"/>
                </a:spcAft>
                <a:buNone/>
              </a:pPr>
              <a:endParaRPr lang="zh-CN" sz="1515" b="0" i="0" u="none" strike="noStrike" kern="1200" spc="0" baseline="0">
                <a:solidFill>
                  <a:srgbClr val="1D73DA"/>
                </a:solidFill>
                <a:latin typeface="方正黑体简体"/>
                <a:ea typeface="方正黑体简体"/>
              </a:endParaRPr>
            </a:p>
          </p:txBody>
        </p:sp>
        <p:sp>
          <p:nvSpPr>
            <p:cNvPr id="24" name="等腰三角形 55"/>
            <p:cNvSpPr/>
            <p:nvPr/>
          </p:nvSpPr>
          <p:spPr>
            <a:xfrm>
              <a:off x="902659" y="0"/>
              <a:ext cx="129852" cy="95220"/>
            </a:xfrm>
            <a:prstGeom prst="triangle">
              <a:avLst>
                <a:gd name="adj" fmla="val 50000"/>
              </a:avLst>
            </a:prstGeom>
            <a:grpFill/>
            <a:ln>
              <a:noFill/>
            </a:ln>
          </p:spPr>
          <p:txBody>
            <a:bodyPr anchor="ctr"/>
            <a:lstStyle/>
            <a:p>
              <a:pPr marL="0" lvl="0" indent="0" algn="ctr" defTabSz="457200">
                <a:lnSpc>
                  <a:spcPct val="120000"/>
                </a:lnSpc>
                <a:spcBef>
                  <a:spcPts val="0"/>
                </a:spcBef>
                <a:spcAft>
                  <a:spcPts val="0"/>
                </a:spcAft>
                <a:buNone/>
              </a:pPr>
              <a:endParaRPr lang="zh-CN" sz="1515" b="0" i="0" u="none" strike="noStrike" kern="1200" spc="0" baseline="0">
                <a:solidFill>
                  <a:srgbClr val="1D73DA"/>
                </a:solidFill>
                <a:latin typeface="方正黑体简体"/>
                <a:ea typeface="方正黑体简体"/>
              </a:endParaRPr>
            </a:p>
          </p:txBody>
        </p:sp>
      </p:grpSp>
      <p:sp>
        <p:nvSpPr>
          <p:cNvPr id="26" name="TextBox 57"/>
          <p:cNvSpPr/>
          <p:nvPr/>
        </p:nvSpPr>
        <p:spPr>
          <a:xfrm>
            <a:off x="1739136" y="1605321"/>
            <a:ext cx="9651748" cy="1747786"/>
          </a:xfrm>
          <a:prstGeom prst="rect">
            <a:avLst/>
          </a:prstGeom>
          <a:noFill/>
          <a:ln>
            <a:noFill/>
          </a:ln>
        </p:spPr>
        <p:txBody>
          <a:bodyPr wrap="square" lIns="0" tIns="0" rIns="0" bIns="0"/>
          <a:lstStyle/>
          <a:p>
            <a:pPr marL="0" indent="0" algn="l" defTabSz="228600">
              <a:lnSpc>
                <a:spcPct val="100000"/>
              </a:lnSpc>
              <a:spcBef>
                <a:spcPts val="0"/>
              </a:spcBef>
              <a:spcAft>
                <a:spcPts val="0"/>
              </a:spcAft>
              <a:buNone/>
            </a:pPr>
            <a:r>
              <a:rPr lang="zh-CN" sz="1800" i="0" strike="noStrike" spc="0">
                <a:solidFill>
                  <a:srgbClr val="0070C0"/>
                </a:solidFill>
                <a:latin typeface="+mn-lt"/>
                <a:ea typeface="+mn-lt"/>
                <a:cs typeface="+mn-lt"/>
              </a:rPr>
              <a:t>（1）主要针对于校园市场，消费群体为大学生，群体特征明显。</a:t>
            </a:r>
          </a:p>
          <a:p>
            <a:pPr marL="0" indent="0" algn="l" defTabSz="228600">
              <a:lnSpc>
                <a:spcPct val="100000"/>
              </a:lnSpc>
              <a:spcBef>
                <a:spcPts val="0"/>
              </a:spcBef>
              <a:spcAft>
                <a:spcPts val="0"/>
              </a:spcAft>
              <a:buNone/>
            </a:pPr>
            <a:r>
              <a:rPr lang="zh-CN" sz="1800" i="0" strike="noStrike" spc="0">
                <a:solidFill>
                  <a:srgbClr val="0070C0"/>
                </a:solidFill>
                <a:latin typeface="+mn-lt"/>
                <a:ea typeface="+mn-lt"/>
                <a:cs typeface="+mn-lt"/>
              </a:rPr>
              <a:t>（2）引入学生股份制和校企合作制度，提高了学生参与度和积极性，增强了平台可信度。</a:t>
            </a:r>
          </a:p>
          <a:p>
            <a:pPr marL="0" indent="0" algn="l" defTabSz="228600">
              <a:lnSpc>
                <a:spcPct val="100000"/>
              </a:lnSpc>
              <a:spcBef>
                <a:spcPts val="0"/>
              </a:spcBef>
              <a:spcAft>
                <a:spcPts val="0"/>
              </a:spcAft>
              <a:buNone/>
            </a:pPr>
            <a:r>
              <a:rPr lang="zh-CN" sz="1800" i="0" strike="noStrike" spc="0">
                <a:solidFill>
                  <a:srgbClr val="0070C0"/>
                </a:solidFill>
                <a:latin typeface="+mn-lt"/>
                <a:ea typeface="+mn-lt"/>
                <a:cs typeface="+mn-lt"/>
              </a:rPr>
              <a:t>（3）功能多样化满足学生群体多样需求，增强用户粘性。</a:t>
            </a:r>
          </a:p>
          <a:p>
            <a:pPr marL="0" indent="0" algn="l" defTabSz="228600">
              <a:lnSpc>
                <a:spcPct val="100000"/>
              </a:lnSpc>
              <a:spcBef>
                <a:spcPts val="0"/>
              </a:spcBef>
              <a:spcAft>
                <a:spcPts val="0"/>
              </a:spcAft>
              <a:buNone/>
            </a:pPr>
            <a:r>
              <a:rPr lang="zh-CN" sz="1800" i="0" strike="noStrike" spc="0">
                <a:solidFill>
                  <a:srgbClr val="0070C0"/>
                </a:solidFill>
                <a:latin typeface="+mn-lt"/>
                <a:ea typeface="+mn-lt"/>
                <a:cs typeface="+mn-lt"/>
              </a:rPr>
              <a:t>（4）拥有线下实体店，且创新实现自主贩卖机模式，360 度全面捕捉用户。</a:t>
            </a:r>
            <a:endParaRPr lang="en-US">
              <a:latin typeface="+mn-lt"/>
              <a:ea typeface="+mn-lt"/>
              <a:cs typeface="+mn-lt"/>
            </a:endParaRPr>
          </a:p>
          <a:p>
            <a:pPr marL="0" indent="0" algn="l" defTabSz="228600">
              <a:lnSpc>
                <a:spcPct val="100000"/>
              </a:lnSpc>
              <a:spcBef>
                <a:spcPts val="0"/>
              </a:spcBef>
              <a:spcAft>
                <a:spcPts val="0"/>
              </a:spcAft>
              <a:buNone/>
            </a:pPr>
            <a:r>
              <a:rPr lang="zh-CN" sz="1800" i="0" strike="noStrike" spc="0">
                <a:solidFill>
                  <a:srgbClr val="0070C0"/>
                </a:solidFill>
                <a:latin typeface="+mn-lt"/>
                <a:ea typeface="+mn-lt"/>
                <a:cs typeface="+mn-lt"/>
              </a:rPr>
              <a:t>（5）对于较难处理的部分私人物品提供操作性较强的解决方案。</a:t>
            </a:r>
            <a:endParaRPr lang="en-US">
              <a:latin typeface="+mn-lt"/>
              <a:ea typeface="+mn-lt"/>
              <a:cs typeface="+mn-lt"/>
            </a:endParaRPr>
          </a:p>
          <a:p>
            <a:pPr marL="0" indent="0" algn="l" defTabSz="228600">
              <a:lnSpc>
                <a:spcPct val="100000"/>
              </a:lnSpc>
              <a:spcBef>
                <a:spcPts val="0"/>
              </a:spcBef>
              <a:spcAft>
                <a:spcPts val="0"/>
              </a:spcAft>
              <a:buNone/>
            </a:pPr>
            <a:endParaRPr lang="zh-CN" sz="1600" i="0" strike="noStrike" spc="0">
              <a:solidFill>
                <a:srgbClr val="0070C0"/>
              </a:solidFill>
              <a:latin typeface="+mn-lt"/>
              <a:ea typeface="+mn-lt"/>
              <a:cs typeface="+mn-lt"/>
            </a:endParaRPr>
          </a:p>
        </p:txBody>
      </p:sp>
      <p:sp>
        <p:nvSpPr>
          <p:cNvPr id="30" name="TextBox 63"/>
          <p:cNvSpPr/>
          <p:nvPr/>
        </p:nvSpPr>
        <p:spPr>
          <a:xfrm>
            <a:off x="1535064" y="4079052"/>
            <a:ext cx="8545029" cy="2492990"/>
          </a:xfrm>
          <a:prstGeom prst="rect">
            <a:avLst/>
          </a:prstGeom>
          <a:noFill/>
          <a:ln>
            <a:noFill/>
          </a:ln>
        </p:spPr>
        <p:txBody>
          <a:bodyPr wrap="square" lIns="0" tIns="0" rIns="0" bIns="0"/>
          <a:lstStyle/>
          <a:p>
            <a:pPr marL="0" indent="0" algn="l" defTabSz="457200">
              <a:lnSpc>
                <a:spcPct val="100000"/>
              </a:lnSpc>
              <a:spcBef>
                <a:spcPts val="0"/>
              </a:spcBef>
              <a:spcAft>
                <a:spcPts val="0"/>
              </a:spcAft>
              <a:buNone/>
            </a:pPr>
            <a:r>
              <a:rPr lang="zh-CN" sz="1600" b="0" i="0" strike="noStrike" spc="0">
                <a:solidFill>
                  <a:srgbClr val="0070C0"/>
                </a:solidFill>
                <a:latin typeface="+mn-lt"/>
                <a:ea typeface="+mn-lt"/>
                <a:cs typeface="+mn-lt"/>
              </a:rPr>
              <a:t>（1）从</a:t>
            </a:r>
            <a:r>
              <a:rPr lang="zh-CN" sz="1800" b="0" i="0" strike="noStrike" spc="0">
                <a:solidFill>
                  <a:srgbClr val="0070C0"/>
                </a:solidFill>
                <a:latin typeface="+mn-lt"/>
                <a:ea typeface="+mn-lt"/>
                <a:cs typeface="+mn-lt"/>
              </a:rPr>
              <a:t>客观的社会环境来看，我国的二手书有着巨大的存量市场。早在 </a:t>
            </a:r>
            <a:r>
              <a:rPr lang="en-US" sz="1800" b="0" i="0" strike="noStrike" spc="0">
                <a:solidFill>
                  <a:srgbClr val="0070C0"/>
                </a:solidFill>
                <a:latin typeface="+mn-lt"/>
                <a:ea typeface="+mn-lt"/>
                <a:cs typeface="+mn-lt"/>
              </a:rPr>
              <a:t>2017 </a:t>
            </a:r>
            <a:r>
              <a:rPr lang="zh-CN" sz="1800" b="0" i="0" strike="noStrike" spc="0">
                <a:solidFill>
                  <a:srgbClr val="0070C0"/>
                </a:solidFill>
                <a:latin typeface="+mn-lt"/>
                <a:ea typeface="+mn-lt"/>
                <a:cs typeface="+mn-lt"/>
              </a:rPr>
              <a:t>年底，我国二手闲置物品的交易规模就已经达到 </a:t>
            </a:r>
            <a:r>
              <a:rPr lang="en-US" sz="1800" b="0" i="0" strike="noStrike" spc="0">
                <a:solidFill>
                  <a:srgbClr val="0070C0"/>
                </a:solidFill>
                <a:latin typeface="+mn-lt"/>
                <a:ea typeface="+mn-lt"/>
                <a:cs typeface="+mn-lt"/>
              </a:rPr>
              <a:t>5000 </a:t>
            </a:r>
            <a:r>
              <a:rPr lang="zh-CN" sz="1800" b="0" i="0" strike="noStrike" spc="0">
                <a:solidFill>
                  <a:srgbClr val="0070C0"/>
                </a:solidFill>
                <a:latin typeface="+mn-lt"/>
                <a:ea typeface="+mn-lt"/>
                <a:cs typeface="+mn-lt"/>
              </a:rPr>
              <a:t>亿元，在</a:t>
            </a:r>
            <a:r>
              <a:rPr lang="en-US" sz="1800" b="0" i="0" strike="noStrike" spc="0">
                <a:solidFill>
                  <a:srgbClr val="0070C0"/>
                </a:solidFill>
                <a:latin typeface="+mn-lt"/>
                <a:ea typeface="+mn-lt"/>
                <a:cs typeface="+mn-lt"/>
              </a:rPr>
              <a:t>2020 </a:t>
            </a:r>
            <a:r>
              <a:rPr lang="zh-CN" sz="1800" b="0" i="0" strike="noStrike" spc="0">
                <a:solidFill>
                  <a:srgbClr val="0070C0"/>
                </a:solidFill>
                <a:latin typeface="+mn-lt"/>
                <a:ea typeface="+mn-lt"/>
                <a:cs typeface="+mn-lt"/>
              </a:rPr>
              <a:t>年已超过一万亿元，年均复合增长率达到了 </a:t>
            </a:r>
            <a:r>
              <a:rPr lang="en-US" sz="1800" b="0" i="0" strike="noStrike" spc="0">
                <a:solidFill>
                  <a:srgbClr val="0070C0"/>
                </a:solidFill>
                <a:latin typeface="+mn-lt"/>
                <a:ea typeface="+mn-lt"/>
                <a:cs typeface="+mn-lt"/>
              </a:rPr>
              <a:t>30%</a:t>
            </a:r>
            <a:r>
              <a:rPr lang="zh-CN" sz="1800" b="0" i="0" strike="noStrike" spc="0">
                <a:solidFill>
                  <a:srgbClr val="0070C0"/>
                </a:solidFill>
                <a:latin typeface="+mn-lt"/>
                <a:ea typeface="+mn-lt"/>
                <a:cs typeface="+mn-lt"/>
              </a:rPr>
              <a:t>。</a:t>
            </a:r>
          </a:p>
          <a:p>
            <a:pPr marL="0" indent="0" algn="l" defTabSz="228600">
              <a:lnSpc>
                <a:spcPct val="100000"/>
              </a:lnSpc>
              <a:spcBef>
                <a:spcPts val="0"/>
              </a:spcBef>
              <a:spcAft>
                <a:spcPts val="0"/>
              </a:spcAft>
              <a:buNone/>
            </a:pPr>
            <a:r>
              <a:rPr lang="zh-CN" sz="1800" b="0" i="0" strike="noStrike" spc="0">
                <a:solidFill>
                  <a:srgbClr val="0070C0"/>
                </a:solidFill>
                <a:latin typeface="+mn-lt"/>
                <a:ea typeface="+mn-lt"/>
                <a:cs typeface="+mn-lt"/>
              </a:rPr>
              <a:t>（2）从消费者的心态来看，人们的消费价值观是趋于共享，重视社会，他们的消费倾向是无品牌倾向、朴素倾向、休闲倾向、本土倾向。 </a:t>
            </a:r>
          </a:p>
          <a:p>
            <a:pPr marL="0" indent="0" algn="l" defTabSz="457200">
              <a:lnSpc>
                <a:spcPct val="100000"/>
              </a:lnSpc>
              <a:spcBef>
                <a:spcPts val="0"/>
              </a:spcBef>
              <a:spcAft>
                <a:spcPts val="0"/>
              </a:spcAft>
              <a:buNone/>
            </a:pPr>
            <a:r>
              <a:rPr lang="zh-CN" sz="1800" b="0" i="0" strike="noStrike" spc="0">
                <a:solidFill>
                  <a:srgbClr val="0070C0"/>
                </a:solidFill>
                <a:latin typeface="+mn-lt"/>
                <a:ea typeface="+mn-lt"/>
                <a:cs typeface="+mn-lt"/>
              </a:rPr>
              <a:t>（3）随着人工智能和大数据等科技的发展，我国二手书网络交易平台的商业模式越来越多样化，二手书网络交易平台的发展充满机遇。</a:t>
            </a:r>
          </a:p>
        </p:txBody>
      </p:sp>
      <p:sp>
        <p:nvSpPr>
          <p:cNvPr id="32" name="TextBox 67"/>
          <p:cNvSpPr/>
          <p:nvPr/>
        </p:nvSpPr>
        <p:spPr>
          <a:xfrm>
            <a:off x="600153" y="2240762"/>
            <a:ext cx="1155607" cy="338041"/>
          </a:xfrm>
          <a:prstGeom prst="rect">
            <a:avLst/>
          </a:prstGeom>
          <a:noFill/>
          <a:ln>
            <a:noFill/>
          </a:ln>
        </p:spPr>
        <p:txBody>
          <a:bodyPr wrap="square" lIns="0" tIns="0" rIns="0" bIns="0">
            <a:spAutoFit/>
          </a:bodyPr>
          <a:lstStyle/>
          <a:p>
            <a:pPr marL="0" lvl="0" indent="0" algn="ctr" defTabSz="457200">
              <a:lnSpc>
                <a:spcPct val="120000"/>
              </a:lnSpc>
              <a:spcBef>
                <a:spcPts val="0"/>
              </a:spcBef>
              <a:spcAft>
                <a:spcPts val="0"/>
              </a:spcAft>
              <a:buNone/>
            </a:pPr>
            <a:r>
              <a:rPr lang="zh-CN" sz="2000" b="0" i="0" u="none" strike="noStrike" kern="1200" spc="0" baseline="0">
                <a:solidFill>
                  <a:srgbClr val="FFFFFF"/>
                </a:solidFill>
                <a:latin typeface="方正黑体简体"/>
                <a:ea typeface="方正黑体简体"/>
              </a:rPr>
              <a:t>产品优势</a:t>
            </a:r>
          </a:p>
        </p:txBody>
      </p:sp>
      <p:sp>
        <p:nvSpPr>
          <p:cNvPr id="33" name="TextBox 68"/>
          <p:cNvSpPr/>
          <p:nvPr/>
        </p:nvSpPr>
        <p:spPr>
          <a:xfrm>
            <a:off x="10166331" y="4796131"/>
            <a:ext cx="1097213" cy="320280"/>
          </a:xfrm>
          <a:prstGeom prst="rect">
            <a:avLst/>
          </a:prstGeom>
          <a:noFill/>
          <a:ln>
            <a:noFill/>
          </a:ln>
        </p:spPr>
        <p:txBody>
          <a:bodyPr wrap="square" lIns="0" tIns="0" rIns="0" bIns="0">
            <a:spAutoFit/>
          </a:bodyPr>
          <a:lstStyle/>
          <a:p>
            <a:pPr marL="0" lvl="0" indent="0" algn="ctr" defTabSz="457200">
              <a:lnSpc>
                <a:spcPct val="120000"/>
              </a:lnSpc>
              <a:spcBef>
                <a:spcPts val="0"/>
              </a:spcBef>
              <a:spcAft>
                <a:spcPts val="0"/>
              </a:spcAft>
              <a:buNone/>
            </a:pPr>
            <a:r>
              <a:rPr lang="zh-CN" sz="2000" b="0" i="0" u="none" strike="noStrike" kern="1200" spc="0" baseline="0">
                <a:solidFill>
                  <a:srgbClr val="FFFFFF"/>
                </a:solidFill>
                <a:latin typeface="方正黑体简体"/>
                <a:ea typeface="方正黑体简体"/>
              </a:rPr>
              <a:t>市场优势</a:t>
            </a:r>
          </a:p>
        </p:txBody>
      </p:sp>
      <p:sp>
        <p:nvSpPr>
          <p:cNvPr id="36" name="矩形 35"/>
          <p:cNvSpPr/>
          <p:nvPr/>
        </p:nvSpPr>
        <p:spPr>
          <a:xfrm>
            <a:off x="4330251" y="383499"/>
            <a:ext cx="2954655" cy="1047979"/>
          </a:xfrm>
          <a:prstGeom prst="rect">
            <a:avLst/>
          </a:prstGeom>
        </p:spPr>
        <p:txBody>
          <a:bodyPr wrap="none">
            <a:spAutoFit/>
          </a:bodyPr>
          <a:lstStyle/>
          <a:p>
            <a:pPr marL="0" lvl="0" indent="0" algn="l" defTabSz="457200">
              <a:lnSpc>
                <a:spcPct val="120000"/>
              </a:lnSpc>
              <a:spcBef>
                <a:spcPts val="0"/>
              </a:spcBef>
              <a:spcAft>
                <a:spcPts val="0"/>
              </a:spcAft>
              <a:buNone/>
            </a:pPr>
            <a:r>
              <a:rPr lang="zh-CN" sz="5400" b="0" i="0" u="none" strike="noStrike" kern="1200" spc="0" baseline="0">
                <a:solidFill>
                  <a:srgbClr val="1D73DA"/>
                </a:solidFill>
                <a:latin typeface="华文行楷" panose="02010800040101010101" charset="-122"/>
                <a:ea typeface="华文行楷" panose="02010800040101010101" charset="-122"/>
              </a:rPr>
              <a:t>产品介绍</a:t>
            </a:r>
            <a:endParaRPr lang="en-US" sz="5400" b="0" i="0" u="none" strike="noStrike" kern="1200" spc="0" baseline="0">
              <a:solidFill>
                <a:srgbClr val="1D73DA"/>
              </a:solidFill>
              <a:latin typeface="华文行楷" panose="02010800040101010101" charset="-122"/>
              <a:ea typeface="华文行楷" panose="020108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QQ图片20210429173449"/>
          <p:cNvPicPr>
            <a:picLocks noChangeAspect="1"/>
          </p:cNvPicPr>
          <p:nvPr>
            <p:custDataLst>
              <p:tags r:id="rId1"/>
            </p:custDataLst>
          </p:nvPr>
        </p:nvPicPr>
        <p:blipFill>
          <a:blip r:embed="rId3"/>
          <a:stretch>
            <a:fillRect/>
          </a:stretch>
        </p:blipFill>
        <p:spPr>
          <a:xfrm>
            <a:off x="0" y="0"/>
            <a:ext cx="5205730" cy="6858000"/>
          </a:xfrm>
          <a:prstGeom prst="rect">
            <a:avLst/>
          </a:prstGeom>
        </p:spPr>
      </p:pic>
      <p:sp>
        <p:nvSpPr>
          <p:cNvPr id="3" name="文本框 2"/>
          <p:cNvSpPr txBox="1"/>
          <p:nvPr/>
        </p:nvSpPr>
        <p:spPr>
          <a:xfrm>
            <a:off x="6604635" y="522605"/>
            <a:ext cx="5018405" cy="1088390"/>
          </a:xfrm>
          <a:prstGeom prst="rect">
            <a:avLst/>
          </a:prstGeom>
          <a:noFill/>
        </p:spPr>
        <p:txBody>
          <a:bodyPr wrap="square" rtlCol="0">
            <a:spAutoFit/>
          </a:bodyPr>
          <a:lstStyle/>
          <a:p>
            <a:pPr algn="l">
              <a:lnSpc>
                <a:spcPct val="120000"/>
              </a:lnSpc>
              <a:spcBef>
                <a:spcPts val="0"/>
              </a:spcBef>
              <a:spcAft>
                <a:spcPts val="0"/>
              </a:spcAft>
              <a:buClrTx/>
              <a:buSzTx/>
              <a:buFontTx/>
            </a:pPr>
            <a:r>
              <a:rPr lang="zh-CN" sz="5400">
                <a:solidFill>
                  <a:srgbClr val="1D73DA"/>
                </a:solidFill>
                <a:latin typeface="华文行楷" panose="02010800040101010101" charset="-122"/>
                <a:ea typeface="华文行楷" panose="02010800040101010101" charset="-122"/>
                <a:cs typeface="+mn-ea"/>
              </a:rPr>
              <a:t>功能介绍</a:t>
            </a:r>
          </a:p>
        </p:txBody>
      </p:sp>
      <p:sp>
        <p:nvSpPr>
          <p:cNvPr id="5" name="文本框 4"/>
          <p:cNvSpPr txBox="1"/>
          <p:nvPr/>
        </p:nvSpPr>
        <p:spPr>
          <a:xfrm>
            <a:off x="5659120" y="1610995"/>
            <a:ext cx="6248400" cy="4523105"/>
          </a:xfrm>
          <a:prstGeom prst="rect">
            <a:avLst/>
          </a:prstGeom>
          <a:noFill/>
        </p:spPr>
        <p:txBody>
          <a:bodyPr wrap="square" rtlCol="0">
            <a:spAutoFit/>
          </a:bodyPr>
          <a:lstStyle/>
          <a:p>
            <a:r>
              <a:rPr lang="zh-CN">
                <a:solidFill>
                  <a:srgbClr val="1D73DA"/>
                </a:solidFill>
                <a:latin typeface="+mn-lt"/>
                <a:ea typeface="+mn-lt"/>
                <a:cs typeface="+mn-ea"/>
              </a:rPr>
              <a:t>以前台界面为例（如左图）：</a:t>
            </a:r>
          </a:p>
          <a:p>
            <a:r>
              <a:rPr lang="zh-CN">
                <a:solidFill>
                  <a:srgbClr val="1D73DA"/>
                </a:solidFill>
                <a:latin typeface="+mn-lt"/>
                <a:ea typeface="+mn-lt"/>
                <a:cs typeface="+mn-ea"/>
              </a:rPr>
              <a:t>●购物车功能</a:t>
            </a:r>
          </a:p>
          <a:p>
            <a:endParaRPr lang="zh-CN">
              <a:solidFill>
                <a:srgbClr val="1D73DA"/>
              </a:solidFill>
              <a:latin typeface="+mn-lt"/>
              <a:ea typeface="+mn-lt"/>
              <a:cs typeface="+mn-ea"/>
            </a:endParaRPr>
          </a:p>
          <a:p>
            <a:r>
              <a:rPr lang="zh-CN">
                <a:solidFill>
                  <a:srgbClr val="1D73DA"/>
                </a:solidFill>
                <a:latin typeface="+mn-lt"/>
                <a:ea typeface="+mn-lt"/>
                <a:cs typeface="+mn-ea"/>
                <a:sym typeface="+mn-ea"/>
              </a:rPr>
              <a:t>●论坛、失物招领</a:t>
            </a:r>
          </a:p>
          <a:p>
            <a:endParaRPr lang="zh-CN">
              <a:solidFill>
                <a:srgbClr val="1D73DA"/>
              </a:solidFill>
              <a:latin typeface="+mn-lt"/>
              <a:ea typeface="+mn-lt"/>
              <a:cs typeface="+mn-ea"/>
              <a:sym typeface="+mn-ea"/>
            </a:endParaRPr>
          </a:p>
          <a:p>
            <a:r>
              <a:rPr lang="zh-CN">
                <a:solidFill>
                  <a:srgbClr val="1D73DA"/>
                </a:solidFill>
                <a:latin typeface="+mn-lt"/>
                <a:ea typeface="+mn-lt"/>
                <a:cs typeface="+mn-ea"/>
                <a:sym typeface="+mn-ea"/>
              </a:rPr>
              <a:t>●商品推荐、热销商品</a:t>
            </a:r>
          </a:p>
          <a:p>
            <a:endParaRPr lang="zh-CN">
              <a:solidFill>
                <a:srgbClr val="1D73DA"/>
              </a:solidFill>
              <a:latin typeface="+mn-lt"/>
              <a:ea typeface="+mn-lt"/>
              <a:cs typeface="+mn-ea"/>
              <a:sym typeface="+mn-ea"/>
            </a:endParaRPr>
          </a:p>
          <a:p>
            <a:r>
              <a:rPr lang="zh-CN">
                <a:solidFill>
                  <a:srgbClr val="1D73DA"/>
                </a:solidFill>
                <a:latin typeface="+mn-lt"/>
                <a:ea typeface="+mn-lt"/>
                <a:cs typeface="+mn-ea"/>
                <a:sym typeface="+mn-ea"/>
              </a:rPr>
              <a:t>●商品分类导航</a:t>
            </a:r>
          </a:p>
          <a:p>
            <a:endParaRPr lang="zh-CN">
              <a:solidFill>
                <a:srgbClr val="1D73DA"/>
              </a:solidFill>
              <a:latin typeface="+mn-lt"/>
              <a:ea typeface="+mn-lt"/>
              <a:cs typeface="+mn-ea"/>
              <a:sym typeface="+mn-ea"/>
            </a:endParaRPr>
          </a:p>
          <a:p>
            <a:r>
              <a:rPr lang="zh-CN">
                <a:solidFill>
                  <a:srgbClr val="1D73DA"/>
                </a:solidFill>
                <a:latin typeface="+mn-lt"/>
                <a:ea typeface="+mn-lt"/>
                <a:cs typeface="+mn-ea"/>
                <a:sym typeface="+mn-ea"/>
              </a:rPr>
              <a:t>●支付</a:t>
            </a:r>
          </a:p>
          <a:p>
            <a:endParaRPr lang="zh-CN">
              <a:solidFill>
                <a:srgbClr val="1D73DA"/>
              </a:solidFill>
              <a:latin typeface="+mn-lt"/>
              <a:ea typeface="+mn-lt"/>
              <a:cs typeface="+mn-ea"/>
              <a:sym typeface="+mn-ea"/>
            </a:endParaRPr>
          </a:p>
          <a:p>
            <a:r>
              <a:rPr lang="zh-CN">
                <a:solidFill>
                  <a:srgbClr val="1D73DA"/>
                </a:solidFill>
                <a:latin typeface="+mn-lt"/>
                <a:ea typeface="+mn-lt"/>
                <a:cs typeface="+mn-ea"/>
                <a:sym typeface="+mn-ea"/>
              </a:rPr>
              <a:t>●退换货</a:t>
            </a:r>
          </a:p>
          <a:p>
            <a:endParaRPr lang="zh-CN">
              <a:solidFill>
                <a:srgbClr val="1D73DA"/>
              </a:solidFill>
              <a:latin typeface="+mn-lt"/>
              <a:ea typeface="+mn-lt"/>
              <a:cs typeface="+mn-ea"/>
              <a:sym typeface="+mn-ea"/>
            </a:endParaRPr>
          </a:p>
          <a:p>
            <a:r>
              <a:rPr lang="zh-CN">
                <a:solidFill>
                  <a:srgbClr val="1D73DA"/>
                </a:solidFill>
                <a:latin typeface="+mn-lt"/>
                <a:ea typeface="+mn-lt"/>
                <a:cs typeface="+mn-ea"/>
                <a:sym typeface="+mn-ea"/>
              </a:rPr>
              <a:t>●意见反馈</a:t>
            </a:r>
          </a:p>
          <a:p>
            <a:endParaRPr lang="zh-CN">
              <a:solidFill>
                <a:srgbClr val="1D73DA"/>
              </a:solidFill>
              <a:latin typeface="+mn-lt"/>
              <a:ea typeface="+mn-lt"/>
              <a:cs typeface="+mn-ea"/>
              <a:sym typeface="+mn-ea"/>
            </a:endParaRPr>
          </a:p>
          <a:p>
            <a:r>
              <a:rPr lang="zh-CN">
                <a:solidFill>
                  <a:srgbClr val="1D73DA"/>
                </a:solidFill>
                <a:latin typeface="+mn-lt"/>
                <a:ea typeface="+mn-lt"/>
                <a:cs typeface="+mn-ea"/>
                <a:sym typeface="+mn-ea"/>
              </a:rPr>
              <a:t>●管理个人信息</a:t>
            </a:r>
            <a:endParaRPr lang="zh-CN">
              <a:solidFill>
                <a:srgbClr val="1D73DA"/>
              </a:solidFill>
              <a:latin typeface="+mn-lt"/>
              <a:ea typeface="+mn-lt"/>
              <a:cs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452"/>
          <p:cNvSpPr/>
          <p:nvPr/>
        </p:nvSpPr>
        <p:spPr>
          <a:xfrm>
            <a:off x="451555" y="2562953"/>
            <a:ext cx="5226755" cy="3939448"/>
          </a:xfrm>
          <a:prstGeom prst="roundRect">
            <a:avLst>
              <a:gd name="adj" fmla="val 6924"/>
            </a:avLst>
          </a:prstGeom>
          <a:ln w="12700">
            <a:solidFill>
              <a:srgbClr val="A6AAA9"/>
            </a:solidFill>
            <a:miter/>
          </a:ln>
        </p:spPr>
        <p:txBody>
          <a:bodyPr lIns="19046" tIns="19046" rIns="19046" bIns="19046" anchor="ctr"/>
          <a:lstStyle/>
          <a:p>
            <a:pPr lvl="0">
              <a:lnSpc>
                <a:spcPct val="120000"/>
              </a:lnSpc>
            </a:pPr>
            <a:endParaRPr sz="1735">
              <a:solidFill>
                <a:srgbClr val="1D73DA"/>
              </a:solidFill>
              <a:latin typeface="方正黑体简体"/>
              <a:ea typeface="方正黑体简体"/>
            </a:endParaRPr>
          </a:p>
        </p:txBody>
      </p:sp>
      <p:sp>
        <p:nvSpPr>
          <p:cNvPr id="3" name="Shape 1454"/>
          <p:cNvSpPr/>
          <p:nvPr/>
        </p:nvSpPr>
        <p:spPr>
          <a:xfrm>
            <a:off x="6492038" y="2562953"/>
            <a:ext cx="5183675" cy="3939448"/>
          </a:xfrm>
          <a:prstGeom prst="roundRect">
            <a:avLst>
              <a:gd name="adj" fmla="val 6924"/>
            </a:avLst>
          </a:prstGeom>
          <a:ln w="12700">
            <a:solidFill>
              <a:srgbClr val="A6AAA9"/>
            </a:solidFill>
            <a:miter/>
          </a:ln>
        </p:spPr>
        <p:txBody>
          <a:bodyPr lIns="19046" tIns="19046" rIns="19046" bIns="19046" anchor="ctr"/>
          <a:lstStyle/>
          <a:p>
            <a:pPr lvl="0">
              <a:lnSpc>
                <a:spcPct val="120000"/>
              </a:lnSpc>
            </a:pPr>
            <a:endParaRPr sz="1735">
              <a:solidFill>
                <a:srgbClr val="1D73DA"/>
              </a:solidFill>
              <a:latin typeface="方正黑体简体"/>
              <a:ea typeface="方正黑体简体"/>
            </a:endParaRPr>
          </a:p>
        </p:txBody>
      </p:sp>
      <p:sp>
        <p:nvSpPr>
          <p:cNvPr id="6" name="Shape 1460"/>
          <p:cNvSpPr/>
          <p:nvPr/>
        </p:nvSpPr>
        <p:spPr>
          <a:xfrm>
            <a:off x="2024911" y="1389738"/>
            <a:ext cx="1998133" cy="2016924"/>
          </a:xfrm>
          <a:custGeom>
            <a:avLst/>
            <a:gdLst/>
            <a:ahLst/>
            <a:cxnLst/>
            <a:rect l="0" t="0" r="r" b="b"/>
            <a:pathLst>
              <a:path w="1998133" h="2016924">
                <a:moveTo>
                  <a:pt x="1705404" y="295380"/>
                </a:moveTo>
                <a:cubicBezTo>
                  <a:pt x="2095608" y="689151"/>
                  <a:pt x="2095608" y="1327671"/>
                  <a:pt x="1705404" y="1721442"/>
                </a:cubicBezTo>
                <a:cubicBezTo>
                  <a:pt x="1315301" y="2115316"/>
                  <a:pt x="682730" y="2115316"/>
                  <a:pt x="292628" y="1721442"/>
                </a:cubicBezTo>
                <a:cubicBezTo>
                  <a:pt x="-97576" y="1327671"/>
                  <a:pt x="-97576" y="689151"/>
                  <a:pt x="292628" y="295380"/>
                </a:cubicBezTo>
                <a:cubicBezTo>
                  <a:pt x="682730" y="-98494"/>
                  <a:pt x="1315301" y="-98494"/>
                  <a:pt x="1705404" y="295380"/>
                </a:cubicBezTo>
                <a:close/>
              </a:path>
            </a:pathLst>
          </a:custGeom>
          <a:solidFill>
            <a:schemeClr val="accent1"/>
          </a:solidFill>
          <a:ln>
            <a:noFill/>
          </a:ln>
        </p:spPr>
        <p:txBody>
          <a:bodyPr wrap="square" lIns="19046" tIns="19046" rIns="19046" bIns="19046" numCol="1" anchor="ctr"/>
          <a:lstStyle/>
          <a:p>
            <a:pPr lvl="0">
              <a:lnSpc>
                <a:spcPct val="120000"/>
              </a:lnSpc>
            </a:pPr>
            <a:endParaRPr sz="1735">
              <a:solidFill>
                <a:srgbClr val="1D73DA"/>
              </a:solidFill>
              <a:latin typeface="方正黑体简体"/>
              <a:ea typeface="方正黑体简体"/>
            </a:endParaRPr>
          </a:p>
        </p:txBody>
      </p:sp>
      <p:grpSp>
        <p:nvGrpSpPr>
          <p:cNvPr id="7" name="Group 20"/>
          <p:cNvGrpSpPr/>
          <p:nvPr/>
        </p:nvGrpSpPr>
        <p:grpSpPr>
          <a:xfrm>
            <a:off x="1715979" y="1389738"/>
            <a:ext cx="745189" cy="734002"/>
            <a:chOff x="1369087" y="2088729"/>
            <a:chExt cx="474017" cy="474016"/>
          </a:xfrm>
        </p:grpSpPr>
        <p:sp>
          <p:nvSpPr>
            <p:cNvPr id="8" name="Shape 1463"/>
            <p:cNvSpPr/>
            <p:nvPr/>
          </p:nvSpPr>
          <p:spPr>
            <a:xfrm>
              <a:off x="1369087" y="2088729"/>
              <a:ext cx="474017" cy="474016"/>
            </a:xfrm>
            <a:custGeom>
              <a:avLst/>
              <a:gdLst/>
              <a:ahLst/>
              <a:cxnLst/>
              <a:rect l="0" t="0" r="r" b="b"/>
              <a:pathLst>
                <a:path w="474017" h="474016">
                  <a:moveTo>
                    <a:pt x="404573" y="69420"/>
                  </a:moveTo>
                  <a:cubicBezTo>
                    <a:pt x="497141" y="161964"/>
                    <a:pt x="497141" y="312028"/>
                    <a:pt x="404573" y="404572"/>
                  </a:cubicBezTo>
                  <a:cubicBezTo>
                    <a:pt x="312029" y="497140"/>
                    <a:pt x="161964" y="497140"/>
                    <a:pt x="69420" y="404572"/>
                  </a:cubicBezTo>
                  <a:cubicBezTo>
                    <a:pt x="-23148" y="312028"/>
                    <a:pt x="-23148" y="161964"/>
                    <a:pt x="69420" y="69420"/>
                  </a:cubicBezTo>
                  <a:cubicBezTo>
                    <a:pt x="161964" y="-23148"/>
                    <a:pt x="312029" y="-23148"/>
                    <a:pt x="404573" y="69420"/>
                  </a:cubicBezTo>
                  <a:close/>
                </a:path>
              </a:pathLst>
            </a:custGeom>
            <a:solidFill>
              <a:schemeClr val="accent1">
                <a:lumMod val="75000"/>
              </a:schemeClr>
            </a:solidFill>
            <a:ln w="12700">
              <a:miter/>
            </a:ln>
          </p:spPr>
          <p:txBody>
            <a:bodyPr lIns="25395" tIns="25395" rIns="25395" bIns="25395" anchor="ctr"/>
            <a:lstStyle/>
            <a:p>
              <a:pPr lvl="0">
                <a:lnSpc>
                  <a:spcPct val="120000"/>
                </a:lnSpc>
              </a:pPr>
              <a:endParaRPr sz="1735">
                <a:solidFill>
                  <a:srgbClr val="1D73DA"/>
                </a:solidFill>
                <a:latin typeface="方正黑体简体"/>
                <a:ea typeface="方正黑体简体"/>
              </a:endParaRPr>
            </a:p>
          </p:txBody>
        </p:sp>
        <p:sp>
          <p:nvSpPr>
            <p:cNvPr id="9" name="Shape 1464"/>
            <p:cNvSpPr/>
            <p:nvPr/>
          </p:nvSpPr>
          <p:spPr>
            <a:xfrm>
              <a:off x="1477567" y="2232573"/>
              <a:ext cx="231656" cy="186335"/>
            </a:xfrm>
            <a:custGeom>
              <a:avLst/>
              <a:gdLst/>
              <a:ahLst/>
              <a:cxnLst/>
              <a:rect l="0" t="0" r="r" b="b"/>
              <a:pathLst>
                <a:path w="231656" h="186335">
                  <a:moveTo>
                    <a:pt x="78741" y="183343"/>
                  </a:moveTo>
                  <a:cubicBezTo>
                    <a:pt x="78741" y="186448"/>
                    <a:pt x="80484" y="187312"/>
                    <a:pt x="82909" y="185105"/>
                  </a:cubicBezTo>
                  <a:cubicBezTo>
                    <a:pt x="86070" y="182244"/>
                    <a:pt x="118783" y="152894"/>
                    <a:pt x="118783" y="152894"/>
                  </a:cubicBezTo>
                  <a:lnTo>
                    <a:pt x="78741" y="132169"/>
                  </a:lnTo>
                  <a:cubicBezTo>
                    <a:pt x="78741" y="132169"/>
                    <a:pt x="78741" y="183343"/>
                    <a:pt x="78741" y="183343"/>
                  </a:cubicBezTo>
                  <a:close/>
                  <a:moveTo>
                    <a:pt x="225291" y="436"/>
                  </a:moveTo>
                  <a:cubicBezTo>
                    <a:pt x="220961" y="1954"/>
                    <a:pt x="7220" y="77280"/>
                    <a:pt x="2999" y="78763"/>
                  </a:cubicBezTo>
                  <a:cubicBezTo>
                    <a:pt x="-574" y="80019"/>
                    <a:pt x="-1364" y="83106"/>
                    <a:pt x="2879" y="84807"/>
                  </a:cubicBezTo>
                  <a:cubicBezTo>
                    <a:pt x="7935" y="86831"/>
                    <a:pt x="50672" y="103961"/>
                    <a:pt x="50672" y="103961"/>
                  </a:cubicBezTo>
                  <a:lnTo>
                    <a:pt x="50672" y="103961"/>
                  </a:lnTo>
                  <a:lnTo>
                    <a:pt x="79001" y="115318"/>
                  </a:lnTo>
                  <a:cubicBezTo>
                    <a:pt x="79001" y="115318"/>
                    <a:pt x="215451" y="15107"/>
                    <a:pt x="217291" y="13755"/>
                  </a:cubicBezTo>
                  <a:cubicBezTo>
                    <a:pt x="219164" y="12386"/>
                    <a:pt x="221296" y="14941"/>
                    <a:pt x="219954" y="16407"/>
                  </a:cubicBezTo>
                  <a:cubicBezTo>
                    <a:pt x="218601" y="17881"/>
                    <a:pt x="120840" y="123595"/>
                    <a:pt x="120840" y="123595"/>
                  </a:cubicBezTo>
                  <a:cubicBezTo>
                    <a:pt x="120840" y="123595"/>
                    <a:pt x="120840" y="123595"/>
                    <a:pt x="120840" y="123604"/>
                  </a:cubicBezTo>
                  <a:lnTo>
                    <a:pt x="115146" y="129945"/>
                  </a:lnTo>
                  <a:lnTo>
                    <a:pt x="122680" y="134001"/>
                  </a:lnTo>
                  <a:lnTo>
                    <a:pt x="122680" y="134001"/>
                  </a:lnTo>
                  <a:cubicBezTo>
                    <a:pt x="122680" y="134001"/>
                    <a:pt x="181233" y="165515"/>
                    <a:pt x="185401" y="167765"/>
                  </a:cubicBezTo>
                  <a:cubicBezTo>
                    <a:pt x="189049" y="169728"/>
                    <a:pt x="193812" y="168097"/>
                    <a:pt x="194862" y="163544"/>
                  </a:cubicBezTo>
                  <a:cubicBezTo>
                    <a:pt x="196117" y="158179"/>
                    <a:pt x="230682" y="9176"/>
                    <a:pt x="231461" y="5853"/>
                  </a:cubicBezTo>
                  <a:cubicBezTo>
                    <a:pt x="232457" y="1544"/>
                    <a:pt x="229610" y="-1090"/>
                    <a:pt x="225291" y="436"/>
                  </a:cubicBezTo>
                  <a:close/>
                </a:path>
              </a:pathLst>
            </a:custGeom>
            <a:solidFill>
              <a:schemeClr val="bg1"/>
            </a:solidFill>
            <a:ln w="12700">
              <a:miter/>
            </a:ln>
          </p:spPr>
          <p:txBody>
            <a:bodyPr lIns="0" tIns="0" rIns="0" bIns="0" anchor="ctr"/>
            <a:lstStyle/>
            <a:p>
              <a:pPr lvl="0">
                <a:lnSpc>
                  <a:spcPct val="120000"/>
                </a:lnSpc>
              </a:pPr>
              <a:endParaRPr sz="1735">
                <a:solidFill>
                  <a:srgbClr val="1D73DA"/>
                </a:solidFill>
                <a:latin typeface="方正黑体简体"/>
                <a:ea typeface="方正黑体简体"/>
              </a:endParaRPr>
            </a:p>
          </p:txBody>
        </p:sp>
      </p:grpSp>
      <p:sp>
        <p:nvSpPr>
          <p:cNvPr id="10" name="Shape 1465"/>
          <p:cNvSpPr/>
          <p:nvPr/>
        </p:nvSpPr>
        <p:spPr>
          <a:xfrm>
            <a:off x="8272773" y="1411111"/>
            <a:ext cx="2124294" cy="1995551"/>
          </a:xfrm>
          <a:custGeom>
            <a:avLst/>
            <a:gdLst/>
            <a:ahLst/>
            <a:cxnLst/>
            <a:rect l="0" t="0" r="r" b="b"/>
            <a:pathLst>
              <a:path w="2124294" h="1995551">
                <a:moveTo>
                  <a:pt x="1813082" y="292250"/>
                </a:moveTo>
                <a:cubicBezTo>
                  <a:pt x="2227923" y="681848"/>
                  <a:pt x="2227923" y="1313602"/>
                  <a:pt x="1813082" y="1703200"/>
                </a:cubicBezTo>
                <a:cubicBezTo>
                  <a:pt x="1398349" y="2092900"/>
                  <a:pt x="725837" y="2092900"/>
                  <a:pt x="311104" y="1703200"/>
                </a:cubicBezTo>
                <a:cubicBezTo>
                  <a:pt x="-103737" y="1313602"/>
                  <a:pt x="-103737" y="681848"/>
                  <a:pt x="311104" y="292250"/>
                </a:cubicBezTo>
                <a:cubicBezTo>
                  <a:pt x="725837" y="-97450"/>
                  <a:pt x="1398349" y="-97450"/>
                  <a:pt x="1813082" y="292250"/>
                </a:cubicBezTo>
                <a:close/>
              </a:path>
            </a:pathLst>
          </a:custGeom>
          <a:solidFill>
            <a:schemeClr val="accent2"/>
          </a:solidFill>
          <a:ln>
            <a:noFill/>
          </a:ln>
        </p:spPr>
        <p:txBody>
          <a:bodyPr wrap="square" lIns="19046" tIns="19046" rIns="19046" bIns="19046" numCol="1" anchor="ctr"/>
          <a:lstStyle/>
          <a:p>
            <a:pPr lvl="0">
              <a:lnSpc>
                <a:spcPct val="120000"/>
              </a:lnSpc>
            </a:pPr>
            <a:endParaRPr sz="1735">
              <a:solidFill>
                <a:srgbClr val="1D73DA"/>
              </a:solidFill>
              <a:latin typeface="方正黑体简体"/>
              <a:ea typeface="方正黑体简体"/>
            </a:endParaRPr>
          </a:p>
        </p:txBody>
      </p:sp>
      <p:grpSp>
        <p:nvGrpSpPr>
          <p:cNvPr id="13" name="Group 32"/>
          <p:cNvGrpSpPr/>
          <p:nvPr/>
        </p:nvGrpSpPr>
        <p:grpSpPr>
          <a:xfrm>
            <a:off x="7954170" y="1456270"/>
            <a:ext cx="754511" cy="734003"/>
            <a:chOff x="3906591" y="2088732"/>
            <a:chExt cx="474017" cy="474017"/>
          </a:xfrm>
        </p:grpSpPr>
        <p:sp>
          <p:nvSpPr>
            <p:cNvPr id="14" name="Shape 1474"/>
            <p:cNvSpPr/>
            <p:nvPr/>
          </p:nvSpPr>
          <p:spPr>
            <a:xfrm>
              <a:off x="3906591" y="2088732"/>
              <a:ext cx="474017" cy="474017"/>
            </a:xfrm>
            <a:custGeom>
              <a:avLst/>
              <a:gdLst/>
              <a:ahLst/>
              <a:cxnLst/>
              <a:rect l="0" t="0" r="r" b="b"/>
              <a:pathLst>
                <a:path w="474017" h="474017">
                  <a:moveTo>
                    <a:pt x="404573" y="69420"/>
                  </a:moveTo>
                  <a:cubicBezTo>
                    <a:pt x="497141" y="161964"/>
                    <a:pt x="497141" y="312029"/>
                    <a:pt x="404573" y="404573"/>
                  </a:cubicBezTo>
                  <a:cubicBezTo>
                    <a:pt x="312029" y="497141"/>
                    <a:pt x="161964" y="497141"/>
                    <a:pt x="69420" y="404573"/>
                  </a:cubicBezTo>
                  <a:cubicBezTo>
                    <a:pt x="-23148" y="312029"/>
                    <a:pt x="-23148" y="161964"/>
                    <a:pt x="69420" y="69420"/>
                  </a:cubicBezTo>
                  <a:cubicBezTo>
                    <a:pt x="161964" y="-23148"/>
                    <a:pt x="312029" y="-23148"/>
                    <a:pt x="404573" y="69420"/>
                  </a:cubicBezTo>
                  <a:close/>
                </a:path>
              </a:pathLst>
            </a:custGeom>
            <a:solidFill>
              <a:schemeClr val="accent2">
                <a:lumMod val="75000"/>
              </a:schemeClr>
            </a:solidFill>
            <a:ln w="12700">
              <a:miter/>
            </a:ln>
          </p:spPr>
          <p:txBody>
            <a:bodyPr lIns="25395" tIns="25395" rIns="25395" bIns="25395" anchor="ctr"/>
            <a:lstStyle/>
            <a:p>
              <a:pPr lvl="0">
                <a:lnSpc>
                  <a:spcPct val="120000"/>
                </a:lnSpc>
              </a:pPr>
              <a:endParaRPr sz="1735">
                <a:solidFill>
                  <a:srgbClr val="1D73DA"/>
                </a:solidFill>
                <a:latin typeface="方正黑体简体"/>
                <a:ea typeface="方正黑体简体"/>
              </a:endParaRPr>
            </a:p>
          </p:txBody>
        </p:sp>
        <p:grpSp>
          <p:nvGrpSpPr>
            <p:cNvPr id="15" name="Group 1479"/>
            <p:cNvGrpSpPr/>
            <p:nvPr/>
          </p:nvGrpSpPr>
          <p:grpSpPr>
            <a:xfrm>
              <a:off x="4031314" y="2211790"/>
              <a:ext cx="199171" cy="186335"/>
              <a:chOff x="0" y="0"/>
              <a:chExt cx="398340" cy="372667"/>
            </a:xfrm>
          </p:grpSpPr>
          <p:sp>
            <p:nvSpPr>
              <p:cNvPr id="16" name="Shape 1477"/>
              <p:cNvSpPr/>
              <p:nvPr/>
            </p:nvSpPr>
            <p:spPr>
              <a:xfrm>
                <a:off x="0" y="0"/>
                <a:ext cx="346395" cy="241984"/>
              </a:xfrm>
              <a:custGeom>
                <a:avLst/>
                <a:gdLst/>
                <a:ahLst/>
                <a:cxnLst/>
                <a:rect l="0" t="0" r="r" b="b"/>
                <a:pathLst>
                  <a:path w="346395" h="241984">
                    <a:moveTo>
                      <a:pt x="346395" y="124822"/>
                    </a:moveTo>
                    <a:lnTo>
                      <a:pt x="305019" y="10823"/>
                    </a:lnTo>
                    <a:cubicBezTo>
                      <a:pt x="301970" y="2451"/>
                      <a:pt x="293002" y="-2033"/>
                      <a:pt x="285017" y="892"/>
                    </a:cubicBezTo>
                    <a:lnTo>
                      <a:pt x="9969" y="101245"/>
                    </a:lnTo>
                    <a:cubicBezTo>
                      <a:pt x="1984" y="104171"/>
                      <a:pt x="-2032" y="113378"/>
                      <a:pt x="1032" y="121805"/>
                    </a:cubicBezTo>
                    <a:lnTo>
                      <a:pt x="44666" y="241984"/>
                    </a:lnTo>
                    <a:lnTo>
                      <a:pt x="44666" y="177534"/>
                    </a:lnTo>
                    <a:cubicBezTo>
                      <a:pt x="44666" y="148500"/>
                      <a:pt x="67895" y="124822"/>
                      <a:pt x="96447" y="124822"/>
                    </a:cubicBezTo>
                    <a:lnTo>
                      <a:pt x="169116" y="124822"/>
                    </a:lnTo>
                    <a:lnTo>
                      <a:pt x="255804" y="63976"/>
                    </a:lnTo>
                    <a:lnTo>
                      <a:pt x="305955" y="124822"/>
                    </a:lnTo>
                    <a:cubicBezTo>
                      <a:pt x="305955" y="124822"/>
                      <a:pt x="346395" y="124822"/>
                      <a:pt x="346395" y="124822"/>
                    </a:cubicBezTo>
                    <a:close/>
                  </a:path>
                </a:pathLst>
              </a:custGeom>
              <a:solidFill>
                <a:schemeClr val="bg1"/>
              </a:solidFill>
              <a:ln>
                <a:noFill/>
              </a:ln>
            </p:spPr>
            <p:txBody>
              <a:bodyPr wrap="square" lIns="0" tIns="0" rIns="0" bIns="0" numCol="1" anchor="ctr"/>
              <a:lstStyle/>
              <a:p>
                <a:pPr lvl="0">
                  <a:lnSpc>
                    <a:spcPct val="120000"/>
                  </a:lnSpc>
                </a:pPr>
                <a:endParaRPr sz="1735">
                  <a:solidFill>
                    <a:srgbClr val="1D73DA"/>
                  </a:solidFill>
                  <a:latin typeface="方正黑体简体"/>
                  <a:ea typeface="方正黑体简体"/>
                </a:endParaRPr>
              </a:p>
            </p:txBody>
          </p:sp>
          <p:sp>
            <p:nvSpPr>
              <p:cNvPr id="17" name="Shape 1478"/>
              <p:cNvSpPr/>
              <p:nvPr/>
            </p:nvSpPr>
            <p:spPr>
              <a:xfrm>
                <a:off x="74826" y="149651"/>
                <a:ext cx="323515" cy="223017"/>
              </a:xfrm>
              <a:custGeom>
                <a:avLst/>
                <a:gdLst/>
                <a:ahLst/>
                <a:cxnLst/>
                <a:rect l="0" t="0" r="r" b="b"/>
                <a:pathLst>
                  <a:path w="323515" h="223017">
                    <a:moveTo>
                      <a:pt x="308103" y="0"/>
                    </a:moveTo>
                    <a:lnTo>
                      <a:pt x="15397" y="0"/>
                    </a:lnTo>
                    <a:cubicBezTo>
                      <a:pt x="6890" y="0"/>
                      <a:pt x="0" y="7310"/>
                      <a:pt x="0" y="16220"/>
                    </a:cubicBezTo>
                    <a:lnTo>
                      <a:pt x="0" y="206797"/>
                    </a:lnTo>
                    <a:cubicBezTo>
                      <a:pt x="0" y="215759"/>
                      <a:pt x="6890" y="223017"/>
                      <a:pt x="15397" y="223017"/>
                    </a:cubicBezTo>
                    <a:lnTo>
                      <a:pt x="308103" y="223017"/>
                    </a:lnTo>
                    <a:cubicBezTo>
                      <a:pt x="316625" y="223017"/>
                      <a:pt x="323515" y="215759"/>
                      <a:pt x="323515" y="206797"/>
                    </a:cubicBezTo>
                    <a:lnTo>
                      <a:pt x="323515" y="16220"/>
                    </a:lnTo>
                    <a:cubicBezTo>
                      <a:pt x="323515" y="7310"/>
                      <a:pt x="316625" y="0"/>
                      <a:pt x="308103" y="0"/>
                    </a:cubicBezTo>
                    <a:close/>
                  </a:path>
                </a:pathLst>
              </a:custGeom>
              <a:solidFill>
                <a:schemeClr val="bg1"/>
              </a:solidFill>
              <a:ln>
                <a:noFill/>
              </a:ln>
            </p:spPr>
            <p:txBody>
              <a:bodyPr wrap="square" lIns="0" tIns="0" rIns="0" bIns="0" numCol="1" anchor="ctr"/>
              <a:lstStyle/>
              <a:p>
                <a:pPr lvl="0">
                  <a:lnSpc>
                    <a:spcPct val="120000"/>
                  </a:lnSpc>
                </a:pPr>
                <a:endParaRPr sz="1735">
                  <a:solidFill>
                    <a:srgbClr val="1D73DA"/>
                  </a:solidFill>
                  <a:latin typeface="方正黑体简体"/>
                  <a:ea typeface="方正黑体简体"/>
                </a:endParaRPr>
              </a:p>
            </p:txBody>
          </p:sp>
        </p:grpSp>
      </p:grpSp>
      <p:sp>
        <p:nvSpPr>
          <p:cNvPr id="21" name="Text Placeholder 5"/>
          <p:cNvSpPr txBox="1"/>
          <p:nvPr/>
        </p:nvSpPr>
        <p:spPr>
          <a:xfrm>
            <a:off x="2332128" y="2304679"/>
            <a:ext cx="1465608" cy="389929"/>
          </a:xfrm>
          <a:prstGeom prst="rect">
            <a:avLst/>
          </a:prstGeom>
        </p:spPr>
        <p:txBody>
          <a:bodyPr anchor="ctr"/>
          <a:lstStyle>
            <a:lvl1pPr marL="342900" lvl="0" indent="-342900" algn="l" defTabSz="914400">
              <a:spcBef>
                <a:spcPct val="20000"/>
              </a:spcBef>
              <a:buFont typeface="Arial" panose="020B0604020202020204" pitchFamily="34" charset="0"/>
              <a:buChar char="•"/>
              <a:defRPr sz="3200" kern="1200">
                <a:solidFill>
                  <a:schemeClr val="tx1"/>
                </a:solidFill>
                <a:latin typeface="Calibri" panose="020F0502020204030204"/>
                <a:ea typeface="等线" panose="02010600030101010101" charset="-122"/>
              </a:defRPr>
            </a:lvl1pPr>
            <a:lvl2pPr marL="742950" lvl="1" indent="-285750" algn="l" defTabSz="914400">
              <a:spcBef>
                <a:spcPct val="20000"/>
              </a:spcBef>
              <a:buFont typeface="Arial" panose="020B0604020202020204" pitchFamily="34" charset="0"/>
              <a:buChar char="–"/>
              <a:defRPr sz="2800" kern="1200">
                <a:solidFill>
                  <a:schemeClr val="tx1"/>
                </a:solidFill>
                <a:latin typeface="Calibri" panose="020F0502020204030204"/>
                <a:ea typeface="等线" panose="02010600030101010101" charset="-122"/>
              </a:defRPr>
            </a:lvl2pPr>
            <a:lvl3pPr marL="1143000" lvl="2" indent="-228600" algn="l" defTabSz="914400">
              <a:spcBef>
                <a:spcPct val="20000"/>
              </a:spcBef>
              <a:buFont typeface="Arial" panose="020B0604020202020204" pitchFamily="34" charset="0"/>
              <a:buChar char="•"/>
              <a:defRPr sz="2400" kern="1200">
                <a:solidFill>
                  <a:schemeClr val="tx1"/>
                </a:solidFill>
                <a:latin typeface="Calibri" panose="020F0502020204030204"/>
                <a:ea typeface="等线" panose="02010600030101010101" charset="-122"/>
              </a:defRPr>
            </a:lvl3pPr>
            <a:lvl4pPr marL="1600200" lvl="3"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4pPr>
            <a:lvl5pPr marL="2057400" lvl="4"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5pPr>
            <a:lvl6pPr marL="2514600" lvl="5"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6pPr>
            <a:lvl7pPr marL="2971800" lvl="6"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7pPr>
            <a:lvl8pPr marL="3429000" lvl="7"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8pPr>
            <a:lvl9pPr marL="3886200" lvl="8"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9pPr>
          </a:lstStyle>
          <a:p>
            <a:pPr marL="0" indent="0" algn="ctr">
              <a:lnSpc>
                <a:spcPct val="120000"/>
              </a:lnSpc>
              <a:buNone/>
            </a:pPr>
            <a:r>
              <a:rPr lang="zh-CN" sz="2000">
                <a:solidFill>
                  <a:schemeClr val="bg1"/>
                </a:solidFill>
                <a:latin typeface="方正黑体简体"/>
                <a:ea typeface="方正黑体简体"/>
              </a:rPr>
              <a:t>符合社会低碳发展的趋势</a:t>
            </a:r>
          </a:p>
          <a:p>
            <a:pPr marL="0" indent="0" algn="ctr">
              <a:lnSpc>
                <a:spcPct val="120000"/>
              </a:lnSpc>
              <a:buNone/>
            </a:pPr>
            <a:endParaRPr lang="zh-CN" sz="1325">
              <a:solidFill>
                <a:schemeClr val="bg1"/>
              </a:solidFill>
              <a:latin typeface="方正黑体简体"/>
              <a:ea typeface="方正黑体简体"/>
            </a:endParaRPr>
          </a:p>
        </p:txBody>
      </p:sp>
      <p:sp>
        <p:nvSpPr>
          <p:cNvPr id="22" name="Text Placeholder 6"/>
          <p:cNvSpPr txBox="1"/>
          <p:nvPr/>
        </p:nvSpPr>
        <p:spPr>
          <a:xfrm>
            <a:off x="451555" y="2892536"/>
            <a:ext cx="5226755" cy="3091178"/>
          </a:xfrm>
          <a:prstGeom prst="rect">
            <a:avLst/>
          </a:prstGeom>
        </p:spPr>
        <p:txBody>
          <a:bodyPr anchor="ctr"/>
          <a:lstStyle>
            <a:lvl1pPr marL="342900" lvl="0" indent="-342900" algn="l" defTabSz="914400">
              <a:spcBef>
                <a:spcPct val="20000"/>
              </a:spcBef>
              <a:buFont typeface="Arial" panose="020B0604020202020204" pitchFamily="34" charset="0"/>
              <a:buChar char="•"/>
              <a:defRPr sz="3200" kern="1200">
                <a:solidFill>
                  <a:schemeClr val="tx1"/>
                </a:solidFill>
                <a:latin typeface="Calibri" panose="020F0502020204030204"/>
                <a:ea typeface="等线" panose="02010600030101010101" charset="-122"/>
              </a:defRPr>
            </a:lvl1pPr>
            <a:lvl2pPr marL="742950" lvl="1" indent="-285750" algn="l" defTabSz="914400">
              <a:spcBef>
                <a:spcPct val="20000"/>
              </a:spcBef>
              <a:buFont typeface="Arial" panose="020B0604020202020204" pitchFamily="34" charset="0"/>
              <a:buChar char="–"/>
              <a:defRPr sz="2800" kern="1200">
                <a:solidFill>
                  <a:schemeClr val="tx1"/>
                </a:solidFill>
                <a:latin typeface="Calibri" panose="020F0502020204030204"/>
                <a:ea typeface="等线" panose="02010600030101010101" charset="-122"/>
              </a:defRPr>
            </a:lvl2pPr>
            <a:lvl3pPr marL="1143000" lvl="2" indent="-228600" algn="l" defTabSz="914400">
              <a:spcBef>
                <a:spcPct val="20000"/>
              </a:spcBef>
              <a:buFont typeface="Arial" panose="020B0604020202020204" pitchFamily="34" charset="0"/>
              <a:buChar char="•"/>
              <a:defRPr sz="2400" kern="1200">
                <a:solidFill>
                  <a:schemeClr val="tx1"/>
                </a:solidFill>
                <a:latin typeface="Calibri" panose="020F0502020204030204"/>
                <a:ea typeface="等线" panose="02010600030101010101" charset="-122"/>
              </a:defRPr>
            </a:lvl3pPr>
            <a:lvl4pPr marL="1600200" lvl="3"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4pPr>
            <a:lvl5pPr marL="2057400" lvl="4"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5pPr>
            <a:lvl6pPr marL="2514600" lvl="5"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6pPr>
            <a:lvl7pPr marL="2971800" lvl="6"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7pPr>
            <a:lvl8pPr marL="3429000" lvl="7"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8pPr>
            <a:lvl9pPr marL="3886200" lvl="8"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9pPr>
          </a:lstStyle>
          <a:p>
            <a:pPr marL="0" indent="0">
              <a:lnSpc>
                <a:spcPct val="120000"/>
              </a:lnSpc>
              <a:buNone/>
            </a:pPr>
            <a:r>
              <a:rPr lang="zh-CN" sz="1800">
                <a:solidFill>
                  <a:srgbClr val="1D73DA"/>
                </a:solidFill>
                <a:latin typeface="+mn-lt"/>
                <a:ea typeface="+mn-lt"/>
              </a:rPr>
              <a:t>森林资源是吸收二氧化碳的重要部分，二手书籍的回收利用有利于减少对森林资源的消耗，实现经济发展与生态保护双赢的模式。通过校园二手书籍循环再利用，可大大减少因旧书被回炉重造所需的各种资源及重造过程过程中产生的多种污染，降低了高碳能源的消耗和温室气体的排放。</a:t>
            </a:r>
          </a:p>
        </p:txBody>
      </p:sp>
      <p:sp>
        <p:nvSpPr>
          <p:cNvPr id="23" name="Text Placeholder 5"/>
          <p:cNvSpPr txBox="1"/>
          <p:nvPr/>
        </p:nvSpPr>
        <p:spPr>
          <a:xfrm>
            <a:off x="4258484" y="2697572"/>
            <a:ext cx="1216472" cy="389929"/>
          </a:xfrm>
          <a:prstGeom prst="rect">
            <a:avLst/>
          </a:prstGeom>
        </p:spPr>
        <p:txBody>
          <a:bodyPr vert="horz" lIns="0" tIns="0" rIns="0" bIns="0" anchor="ctr">
            <a:normAutofit fontScale="92500" lnSpcReduction="10000"/>
          </a:bodyPr>
          <a:lstStyle>
            <a:lvl1pPr marL="0" lvl="0" indent="0" algn="l" defTabSz="914400">
              <a:lnSpc>
                <a:spcPct val="90000"/>
              </a:lnSpc>
              <a:spcBef>
                <a:spcPts val="1000"/>
              </a:spcBef>
              <a:buFont typeface="Arial" panose="020B0604020202020204" pitchFamily="34" charset="0"/>
              <a:buNone/>
              <a:defRPr sz="1750" kern="1200">
                <a:solidFill>
                  <a:schemeClr val="tx1"/>
                </a:solidFill>
                <a:latin typeface="Open Sans"/>
                <a:ea typeface="Open Sans"/>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Open Sans"/>
                <a:ea typeface="等线" panose="02010600030101010101"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Open Sans"/>
                <a:ea typeface="等线" panose="02010600030101010101"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9pPr>
          </a:lstStyle>
          <a:p>
            <a:pPr algn="ctr">
              <a:lnSpc>
                <a:spcPct val="120000"/>
              </a:lnSpc>
            </a:pPr>
            <a:r>
              <a:rPr lang="zh-CN" sz="1325">
                <a:solidFill>
                  <a:schemeClr val="bg1"/>
                </a:solidFill>
                <a:latin typeface="方正黑体简体"/>
                <a:ea typeface="方正黑体简体"/>
              </a:rPr>
              <a:t>点击请替换文字内容</a:t>
            </a:r>
          </a:p>
        </p:txBody>
      </p:sp>
      <p:sp>
        <p:nvSpPr>
          <p:cNvPr id="24" name="Text Placeholder 5"/>
          <p:cNvSpPr txBox="1"/>
          <p:nvPr/>
        </p:nvSpPr>
        <p:spPr>
          <a:xfrm>
            <a:off x="8550518" y="2265855"/>
            <a:ext cx="1473949" cy="594196"/>
          </a:xfrm>
          <a:prstGeom prst="rect">
            <a:avLst/>
          </a:prstGeom>
        </p:spPr>
        <p:txBody>
          <a:bodyPr vert="horz" lIns="0" tIns="0" rIns="0" bIns="0" anchor="ctr">
            <a:normAutofit fontScale="25000" lnSpcReduction="20000"/>
          </a:bodyPr>
          <a:lstStyle>
            <a:lvl1pPr marL="0" lvl="0" indent="0" algn="l" defTabSz="914400">
              <a:lnSpc>
                <a:spcPct val="90000"/>
              </a:lnSpc>
              <a:spcBef>
                <a:spcPts val="1000"/>
              </a:spcBef>
              <a:buFont typeface="Arial" panose="020B0604020202020204" pitchFamily="34" charset="0"/>
              <a:buNone/>
              <a:defRPr sz="1750" kern="1200">
                <a:solidFill>
                  <a:schemeClr val="tx1"/>
                </a:solidFill>
                <a:latin typeface="Open Sans"/>
                <a:ea typeface="Open Sans"/>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Open Sans"/>
                <a:ea typeface="等线" panose="02010600030101010101"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Open Sans"/>
                <a:ea typeface="等线" panose="02010600030101010101"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9pPr>
          </a:lstStyle>
          <a:p>
            <a:pPr marL="0" lvl="2" indent="0" algn="ctr">
              <a:lnSpc>
                <a:spcPct val="120000"/>
              </a:lnSpc>
              <a:spcBef>
                <a:spcPts val="1000"/>
              </a:spcBef>
              <a:buNone/>
            </a:pPr>
            <a:r>
              <a:rPr lang="zh-CN" sz="7200" b="1"/>
              <a:t>促进二手书籍循环利用可持续发展</a:t>
            </a:r>
          </a:p>
          <a:p>
            <a:pPr algn="ctr">
              <a:lnSpc>
                <a:spcPct val="120000"/>
              </a:lnSpc>
            </a:pPr>
            <a:endParaRPr lang="zh-CN" sz="1325">
              <a:solidFill>
                <a:schemeClr val="bg1"/>
              </a:solidFill>
              <a:latin typeface="方正黑体简体"/>
              <a:ea typeface="方正黑体简体"/>
            </a:endParaRPr>
          </a:p>
        </p:txBody>
      </p:sp>
      <p:sp>
        <p:nvSpPr>
          <p:cNvPr id="25" name="Text Placeholder 6"/>
          <p:cNvSpPr txBox="1"/>
          <p:nvPr/>
        </p:nvSpPr>
        <p:spPr>
          <a:xfrm>
            <a:off x="6594178" y="2779228"/>
            <a:ext cx="5081535" cy="3598456"/>
          </a:xfrm>
          <a:prstGeom prst="rect">
            <a:avLst/>
          </a:prstGeom>
        </p:spPr>
        <p:txBody>
          <a:bodyPr vert="horz" lIns="0" tIns="0" rIns="0" bIns="0" anchor="ctr"/>
          <a:lstStyle>
            <a:lvl1pPr marL="0" lvl="0" indent="0" algn="l" defTabSz="914400">
              <a:lnSpc>
                <a:spcPts val="1400"/>
              </a:lnSpc>
              <a:spcBef>
                <a:spcPts val="1000"/>
              </a:spcBef>
              <a:buFont typeface="Arial" panose="020B0604020202020204" pitchFamily="34" charset="0"/>
              <a:buNone/>
              <a:defRPr sz="1000" kern="1200">
                <a:solidFill>
                  <a:schemeClr val="tx1"/>
                </a:solidFill>
                <a:latin typeface="Open Sans"/>
                <a:ea typeface="Open Sans"/>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Open Sans"/>
                <a:ea typeface="等线" panose="02010600030101010101"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Open Sans"/>
                <a:ea typeface="等线" panose="02010600030101010101"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9pPr>
          </a:lstStyle>
          <a:p>
            <a:pPr>
              <a:lnSpc>
                <a:spcPct val="120000"/>
              </a:lnSpc>
            </a:pPr>
            <a:r>
              <a:rPr lang="zh-CN" sz="1800">
                <a:solidFill>
                  <a:srgbClr val="1D73DA"/>
                </a:solidFill>
                <a:latin typeface="+mn-lt"/>
                <a:ea typeface="+mn-lt"/>
              </a:rPr>
              <a:t>二次利用书籍提高了纸张的利用率、节约了社会资源、延长了书籍的使用寿命，同时还不会降低阅读体验。闲置书籍经二手书交易平台出售，可将闲置资源变现投入到所需的新书中，实现了闲置书籍的二次利用和使用价值的再次体现，不断重复使它的使用价值倍增。这种可持续发展的模式实现了资源、使用价值的最大化利用</a:t>
            </a:r>
            <a:r>
              <a:rPr lang="zh-CN" sz="1400">
                <a:solidFill>
                  <a:srgbClr val="1D73DA"/>
                </a:solidFill>
                <a:latin typeface="+mn-lt"/>
                <a:ea typeface="+mn-lt"/>
              </a:rPr>
              <a:t>。</a:t>
            </a:r>
          </a:p>
        </p:txBody>
      </p:sp>
      <p:sp>
        <p:nvSpPr>
          <p:cNvPr id="32" name="Shape 1480"/>
          <p:cNvSpPr/>
          <p:nvPr/>
        </p:nvSpPr>
        <p:spPr>
          <a:xfrm>
            <a:off x="6594178" y="2212078"/>
            <a:ext cx="186304" cy="186291"/>
          </a:xfrm>
          <a:custGeom>
            <a:avLst/>
            <a:gdLst/>
            <a:ahLst/>
            <a:cxnLst/>
            <a:rect l="0" t="0" r="r" b="b"/>
            <a:pathLst>
              <a:path w="186304" h="186291">
                <a:moveTo>
                  <a:pt x="162524" y="176243"/>
                </a:moveTo>
                <a:cubicBezTo>
                  <a:pt x="154943" y="176243"/>
                  <a:pt x="148802" y="170085"/>
                  <a:pt x="148802" y="162522"/>
                </a:cubicBezTo>
                <a:cubicBezTo>
                  <a:pt x="148802" y="154932"/>
                  <a:pt x="154943" y="148800"/>
                  <a:pt x="162524" y="148800"/>
                </a:cubicBezTo>
                <a:cubicBezTo>
                  <a:pt x="170097" y="148800"/>
                  <a:pt x="176247" y="154932"/>
                  <a:pt x="176247" y="162522"/>
                </a:cubicBezTo>
                <a:cubicBezTo>
                  <a:pt x="176247" y="170085"/>
                  <a:pt x="170097" y="176243"/>
                  <a:pt x="162524" y="176243"/>
                </a:cubicBezTo>
                <a:close/>
                <a:moveTo>
                  <a:pt x="106866" y="162522"/>
                </a:moveTo>
                <a:cubicBezTo>
                  <a:pt x="106866" y="170085"/>
                  <a:pt x="100734" y="176243"/>
                  <a:pt x="93161" y="176243"/>
                </a:cubicBezTo>
                <a:cubicBezTo>
                  <a:pt x="85579" y="176243"/>
                  <a:pt x="79438" y="170085"/>
                  <a:pt x="79438" y="162522"/>
                </a:cubicBezTo>
                <a:cubicBezTo>
                  <a:pt x="79438" y="154932"/>
                  <a:pt x="85579" y="148800"/>
                  <a:pt x="93161" y="148800"/>
                </a:cubicBezTo>
                <a:cubicBezTo>
                  <a:pt x="100734" y="148800"/>
                  <a:pt x="106866" y="154932"/>
                  <a:pt x="106866" y="162522"/>
                </a:cubicBezTo>
                <a:close/>
                <a:moveTo>
                  <a:pt x="79438" y="23769"/>
                </a:moveTo>
                <a:cubicBezTo>
                  <a:pt x="79438" y="16206"/>
                  <a:pt x="85579" y="10048"/>
                  <a:pt x="93161" y="10048"/>
                </a:cubicBezTo>
                <a:cubicBezTo>
                  <a:pt x="100734" y="10048"/>
                  <a:pt x="106866" y="16206"/>
                  <a:pt x="106866" y="23769"/>
                </a:cubicBezTo>
                <a:cubicBezTo>
                  <a:pt x="106866" y="31359"/>
                  <a:pt x="100734" y="37491"/>
                  <a:pt x="93161" y="37491"/>
                </a:cubicBezTo>
                <a:cubicBezTo>
                  <a:pt x="85579" y="37491"/>
                  <a:pt x="79438" y="31359"/>
                  <a:pt x="79438" y="23769"/>
                </a:cubicBezTo>
                <a:close/>
                <a:moveTo>
                  <a:pt x="37502" y="162522"/>
                </a:moveTo>
                <a:cubicBezTo>
                  <a:pt x="37502" y="170085"/>
                  <a:pt x="31361" y="176243"/>
                  <a:pt x="23780" y="176243"/>
                </a:cubicBezTo>
                <a:cubicBezTo>
                  <a:pt x="16207" y="176243"/>
                  <a:pt x="10074" y="170085"/>
                  <a:pt x="10074" y="162522"/>
                </a:cubicBezTo>
                <a:cubicBezTo>
                  <a:pt x="10074" y="154932"/>
                  <a:pt x="16207" y="148800"/>
                  <a:pt x="23780" y="148800"/>
                </a:cubicBezTo>
                <a:cubicBezTo>
                  <a:pt x="31361" y="148800"/>
                  <a:pt x="37502" y="154932"/>
                  <a:pt x="37502" y="162522"/>
                </a:cubicBezTo>
                <a:close/>
                <a:moveTo>
                  <a:pt x="171934" y="140684"/>
                </a:moveTo>
                <a:lnTo>
                  <a:pt x="171934" y="117915"/>
                </a:lnTo>
                <a:cubicBezTo>
                  <a:pt x="171934" y="104168"/>
                  <a:pt x="162835" y="83719"/>
                  <a:pt x="137753" y="83719"/>
                </a:cubicBezTo>
                <a:lnTo>
                  <a:pt x="117932" y="83719"/>
                </a:lnTo>
                <a:cubicBezTo>
                  <a:pt x="103933" y="83719"/>
                  <a:pt x="102631" y="76871"/>
                  <a:pt x="102571" y="73335"/>
                </a:cubicBezTo>
                <a:lnTo>
                  <a:pt x="102571" y="45607"/>
                </a:lnTo>
                <a:cubicBezTo>
                  <a:pt x="111023" y="41976"/>
                  <a:pt x="116940" y="33576"/>
                  <a:pt x="116940" y="23769"/>
                </a:cubicBezTo>
                <a:cubicBezTo>
                  <a:pt x="116940" y="10643"/>
                  <a:pt x="106288" y="0"/>
                  <a:pt x="93161" y="0"/>
                </a:cubicBezTo>
                <a:cubicBezTo>
                  <a:pt x="80016" y="0"/>
                  <a:pt x="69372" y="10643"/>
                  <a:pt x="69372" y="23769"/>
                </a:cubicBezTo>
                <a:cubicBezTo>
                  <a:pt x="69372" y="33576"/>
                  <a:pt x="75298" y="41976"/>
                  <a:pt x="83742" y="45607"/>
                </a:cubicBezTo>
                <a:lnTo>
                  <a:pt x="83742" y="73335"/>
                </a:lnTo>
                <a:cubicBezTo>
                  <a:pt x="83742" y="75888"/>
                  <a:pt x="83000" y="83719"/>
                  <a:pt x="68372" y="83719"/>
                </a:cubicBezTo>
                <a:lnTo>
                  <a:pt x="48568" y="83719"/>
                </a:lnTo>
                <a:cubicBezTo>
                  <a:pt x="23486" y="83719"/>
                  <a:pt x="14370" y="104168"/>
                  <a:pt x="14370" y="117915"/>
                </a:cubicBezTo>
                <a:lnTo>
                  <a:pt x="14370" y="140684"/>
                </a:lnTo>
                <a:cubicBezTo>
                  <a:pt x="5917" y="144315"/>
                  <a:pt x="0" y="152715"/>
                  <a:pt x="0" y="162522"/>
                </a:cubicBezTo>
                <a:cubicBezTo>
                  <a:pt x="0" y="175648"/>
                  <a:pt x="10652" y="186291"/>
                  <a:pt x="23780" y="186291"/>
                </a:cubicBezTo>
                <a:cubicBezTo>
                  <a:pt x="36916" y="186291"/>
                  <a:pt x="47577" y="175648"/>
                  <a:pt x="47577" y="162522"/>
                </a:cubicBezTo>
                <a:cubicBezTo>
                  <a:pt x="47577" y="152715"/>
                  <a:pt x="41642" y="144315"/>
                  <a:pt x="33198" y="140684"/>
                </a:cubicBezTo>
                <a:lnTo>
                  <a:pt x="33198" y="117915"/>
                </a:lnTo>
                <a:cubicBezTo>
                  <a:pt x="33198" y="115362"/>
                  <a:pt x="33940" y="102546"/>
                  <a:pt x="48568" y="102546"/>
                </a:cubicBezTo>
                <a:lnTo>
                  <a:pt x="68372" y="102546"/>
                </a:lnTo>
                <a:cubicBezTo>
                  <a:pt x="74401" y="102546"/>
                  <a:pt x="79472" y="101641"/>
                  <a:pt x="83742" y="100114"/>
                </a:cubicBezTo>
                <a:lnTo>
                  <a:pt x="83742" y="140684"/>
                </a:lnTo>
                <a:cubicBezTo>
                  <a:pt x="75298" y="144315"/>
                  <a:pt x="69372" y="152715"/>
                  <a:pt x="69372" y="162522"/>
                </a:cubicBezTo>
                <a:cubicBezTo>
                  <a:pt x="69372" y="175648"/>
                  <a:pt x="80016" y="186291"/>
                  <a:pt x="93161" y="186291"/>
                </a:cubicBezTo>
                <a:cubicBezTo>
                  <a:pt x="106288" y="186291"/>
                  <a:pt x="116940" y="175648"/>
                  <a:pt x="116940" y="162522"/>
                </a:cubicBezTo>
                <a:cubicBezTo>
                  <a:pt x="116940" y="152715"/>
                  <a:pt x="111023" y="144315"/>
                  <a:pt x="102571" y="140684"/>
                </a:cubicBezTo>
                <a:lnTo>
                  <a:pt x="102571" y="100114"/>
                </a:lnTo>
                <a:cubicBezTo>
                  <a:pt x="106849" y="101641"/>
                  <a:pt x="111912" y="102546"/>
                  <a:pt x="117932" y="102546"/>
                </a:cubicBezTo>
                <a:lnTo>
                  <a:pt x="137753" y="102546"/>
                </a:lnTo>
                <a:cubicBezTo>
                  <a:pt x="151734" y="102546"/>
                  <a:pt x="153037" y="114388"/>
                  <a:pt x="153106" y="117915"/>
                </a:cubicBezTo>
                <a:lnTo>
                  <a:pt x="153106" y="140684"/>
                </a:lnTo>
                <a:cubicBezTo>
                  <a:pt x="144662" y="144315"/>
                  <a:pt x="138745" y="152715"/>
                  <a:pt x="138745" y="162522"/>
                </a:cubicBezTo>
                <a:cubicBezTo>
                  <a:pt x="138745" y="175648"/>
                  <a:pt x="149388" y="186291"/>
                  <a:pt x="162524" y="186291"/>
                </a:cubicBezTo>
                <a:cubicBezTo>
                  <a:pt x="175661" y="186291"/>
                  <a:pt x="186304" y="175648"/>
                  <a:pt x="186304" y="162522"/>
                </a:cubicBezTo>
                <a:cubicBezTo>
                  <a:pt x="186304" y="152715"/>
                  <a:pt x="180387" y="144315"/>
                  <a:pt x="171934" y="140684"/>
                </a:cubicBezTo>
                <a:close/>
              </a:path>
            </a:pathLst>
          </a:custGeom>
          <a:solidFill>
            <a:schemeClr val="bg1"/>
          </a:solidFill>
          <a:ln w="12700">
            <a:miter/>
          </a:ln>
        </p:spPr>
        <p:txBody>
          <a:bodyPr lIns="0" tIns="0" rIns="0" bIns="0" anchor="ctr"/>
          <a:lstStyle/>
          <a:p>
            <a:pPr lvl="0">
              <a:lnSpc>
                <a:spcPct val="120000"/>
              </a:lnSpc>
            </a:pPr>
            <a:endParaRPr sz="1735">
              <a:solidFill>
                <a:srgbClr val="1D73DA"/>
              </a:solidFill>
              <a:latin typeface="方正黑体简体"/>
              <a:ea typeface="方正黑体简体"/>
            </a:endParaRPr>
          </a:p>
        </p:txBody>
      </p:sp>
      <p:sp>
        <p:nvSpPr>
          <p:cNvPr id="33" name="矩形 32"/>
          <p:cNvSpPr/>
          <p:nvPr/>
        </p:nvSpPr>
        <p:spPr>
          <a:xfrm>
            <a:off x="3614437" y="647890"/>
            <a:ext cx="4496744" cy="923330"/>
          </a:xfrm>
          <a:prstGeom prst="rect">
            <a:avLst/>
          </a:prstGeom>
        </p:spPr>
        <p:txBody>
          <a:bodyPr wrap="none">
            <a:spAutoFit/>
          </a:bodyPr>
          <a:lstStyle/>
          <a:p>
            <a:r>
              <a:rPr lang="zh-CN" sz="5400">
                <a:solidFill>
                  <a:schemeClr val="accent3">
                    <a:lumMod val="60000"/>
                    <a:lumOff val="40000"/>
                  </a:schemeClr>
                </a:solidFill>
                <a:latin typeface="华文行楷" panose="02010800040101010101" charset="-122"/>
                <a:ea typeface="华文行楷" panose="02010800040101010101" charset="-122"/>
              </a:rPr>
              <a:t> </a:t>
            </a:r>
            <a:r>
              <a:rPr lang="zh-CN" sz="5400">
                <a:solidFill>
                  <a:srgbClr val="1D73DA"/>
                </a:solidFill>
                <a:latin typeface="华文行楷" panose="02010800040101010101" charset="-122"/>
                <a:ea typeface="华文行楷" panose="02010800040101010101" charset="-122"/>
              </a:rPr>
              <a:t>竞争策略分析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par>
                          <p:cTn id="47" fill="hold">
                            <p:stCondLst>
                              <p:cond delay="5000"/>
                            </p:stCondLst>
                            <p:childTnLst>
                              <p:par>
                                <p:cTn id="48" presetID="10" presetClass="entr" presetSubtype="0" fill="hold" nodeType="after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0234" y="857747"/>
            <a:ext cx="4242464" cy="5234608"/>
          </a:xfrm>
          <a:prstGeom prst="rect">
            <a:avLst/>
          </a:prstGeom>
          <a:blipFill dpi="0" rotWithShape="1">
            <a:blip r:embed="rId3">
              <a:extLst>
                <a:ext uri="{28A0092B-C50C-407E-A947-70E740481C1C}">
                  <a14:useLocalDpi xmlns:a14="http://schemas.microsoft.com/office/drawing/2010/main" val="0"/>
                </a:ext>
              </a:extLst>
            </a:blip>
            <a:srcRect/>
            <a:stretch>
              <a:fillRect l="-4000" r="-2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Calibri" panose="020F0502020204030204"/>
              <a:ea typeface="等线" panose="02010600030101010101" charset="-122"/>
              <a:cs typeface="+mn-cs"/>
            </a:endParaRPr>
          </a:p>
        </p:txBody>
      </p:sp>
      <p:sp>
        <p:nvSpPr>
          <p:cNvPr id="17" name="矩形 16"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874307" y="1266880"/>
            <a:ext cx="3928810" cy="76944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需求分析</a:t>
            </a:r>
          </a:p>
        </p:txBody>
      </p:sp>
      <p:sp>
        <p:nvSpPr>
          <p:cNvPr id="26" name="矩形 25"/>
          <p:cNvSpPr/>
          <p:nvPr/>
        </p:nvSpPr>
        <p:spPr>
          <a:xfrm>
            <a:off x="5991670" y="2524678"/>
            <a:ext cx="794343" cy="794343"/>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02</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28" name="矩形 27"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874307" y="2549580"/>
            <a:ext cx="3837994" cy="76944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行业分析</a:t>
            </a:r>
          </a:p>
        </p:txBody>
      </p:sp>
      <p:sp>
        <p:nvSpPr>
          <p:cNvPr id="31" name="矩形 30"/>
          <p:cNvSpPr/>
          <p:nvPr/>
        </p:nvSpPr>
        <p:spPr>
          <a:xfrm>
            <a:off x="5991669" y="3798396"/>
            <a:ext cx="794343" cy="794343"/>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03</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33" name="矩形 32"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874306" y="3832280"/>
            <a:ext cx="3749701" cy="76944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竞争分析</a:t>
            </a:r>
          </a:p>
        </p:txBody>
      </p:sp>
      <p:sp>
        <p:nvSpPr>
          <p:cNvPr id="42" name="矩形 41"/>
          <p:cNvSpPr/>
          <p:nvPr/>
        </p:nvSpPr>
        <p:spPr>
          <a:xfrm>
            <a:off x="5995598" y="5072114"/>
            <a:ext cx="794343" cy="794343"/>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04</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pic>
        <p:nvPicPr>
          <p:cNvPr id="23" name="图片 22"/>
          <p:cNvPicPr>
            <a:picLocks noChangeAspect="1"/>
          </p:cNvPicPr>
          <p:nvPr/>
        </p:nvPicPr>
        <p:blipFill>
          <a:blip r:embed="rId4" cstate="print">
            <a:biLevel thresh="75000"/>
            <a:extLst>
              <a:ext uri="{28A0092B-C50C-407E-A947-70E740481C1C}">
                <a14:useLocalDpi xmlns:a14="http://schemas.microsoft.com/office/drawing/2010/main" val="0"/>
              </a:ext>
            </a:extLst>
          </a:blip>
          <a:stretch>
            <a:fillRect/>
          </a:stretch>
        </p:blipFill>
        <p:spPr>
          <a:xfrm>
            <a:off x="840535" y="1209161"/>
            <a:ext cx="3693758" cy="2922269"/>
          </a:xfrm>
          <a:prstGeom prst="rect">
            <a:avLst/>
          </a:prstGeom>
        </p:spPr>
      </p:pic>
      <p:cxnSp>
        <p:nvCxnSpPr>
          <p:cNvPr id="20" name="直接连接符 19"/>
          <p:cNvCxnSpPr/>
          <p:nvPr/>
        </p:nvCxnSpPr>
        <p:spPr>
          <a:xfrm>
            <a:off x="3069230" y="3925185"/>
            <a:ext cx="296269"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908777" y="2973841"/>
            <a:ext cx="3625516" cy="52322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04040"/>
                </a:solidFill>
                <a:effectLst/>
                <a:uLnTx/>
                <a:uFillTx/>
                <a:latin typeface="Calibri" panose="020F0502020204030204"/>
                <a:ea typeface="等线" panose="02010600030101010101" charset="-122"/>
                <a:cs typeface="+mn-cs"/>
              </a:rPr>
              <a:t> </a:t>
            </a:r>
            <a:endParaRPr kumimoji="0" lang="zh-CN" altLang="en-US" sz="2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30" name="矩形 29"/>
          <p:cNvSpPr/>
          <p:nvPr/>
        </p:nvSpPr>
        <p:spPr>
          <a:xfrm>
            <a:off x="5991669" y="1209161"/>
            <a:ext cx="794343" cy="794343"/>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01</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3" name="文本框 2"/>
          <p:cNvSpPr txBox="1"/>
          <p:nvPr/>
        </p:nvSpPr>
        <p:spPr>
          <a:xfrm>
            <a:off x="6874306" y="5072114"/>
            <a:ext cx="3837995"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rPr>
              <a:t>目标客户</a:t>
            </a:r>
          </a:p>
        </p:txBody>
      </p:sp>
      <p:sp>
        <p:nvSpPr>
          <p:cNvPr id="5" name="文本框 4"/>
          <p:cNvSpPr txBox="1"/>
          <p:nvPr/>
        </p:nvSpPr>
        <p:spPr>
          <a:xfrm>
            <a:off x="1322099" y="1967137"/>
            <a:ext cx="273063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rPr>
              <a:t>市场分析</a:t>
            </a:r>
          </a:p>
        </p:txBody>
      </p:sp>
      <p:sp>
        <p:nvSpPr>
          <p:cNvPr id="6" name="文本框 5"/>
          <p:cNvSpPr txBox="1"/>
          <p:nvPr/>
        </p:nvSpPr>
        <p:spPr>
          <a:xfrm>
            <a:off x="1465846" y="2949045"/>
            <a:ext cx="2586883"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rPr>
              <a:t>market analysis</a:t>
            </a:r>
            <a:endParaRPr kumimoji="0" lang="zh-CN" altLang="en-US" sz="2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500" advTm="3000">
        <p14:shred/>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a:xfrm flipH="1">
            <a:off x="6500605" y="2202356"/>
            <a:ext cx="3105034" cy="0"/>
          </a:xfrm>
          <a:prstGeom prst="line">
            <a:avLst/>
          </a:prstGeom>
          <a:ln w="3175">
            <a:solidFill>
              <a:srgbClr val="414455"/>
            </a:solidFill>
            <a:prstDash val="solid"/>
            <a:miter/>
          </a:ln>
        </p:spPr>
      </p:cxnSp>
      <p:sp>
        <p:nvSpPr>
          <p:cNvPr id="21" name="流程图: 决策 20"/>
          <p:cNvSpPr/>
          <p:nvPr/>
        </p:nvSpPr>
        <p:spPr>
          <a:xfrm>
            <a:off x="5026631" y="1816112"/>
            <a:ext cx="1860135" cy="1702578"/>
          </a:xfrm>
          <a:prstGeom prst="flowChartDecision">
            <a:avLst/>
          </a:prstGeom>
          <a:solidFill>
            <a:schemeClr val="accent2"/>
          </a:solidFill>
          <a:ln>
            <a:noFill/>
          </a:ln>
        </p:spPr>
        <p:txBody>
          <a:bodyPr anchor="ctr"/>
          <a:lstStyle/>
          <a:p>
            <a:pPr algn="ctr"/>
            <a:r>
              <a:rPr lang="en-US" sz="2400">
                <a:solidFill>
                  <a:schemeClr val="bg1"/>
                </a:solidFill>
                <a:latin typeface="方正黑体简体"/>
                <a:ea typeface="方正黑体简体"/>
              </a:rPr>
              <a:t>30%</a:t>
            </a:r>
            <a:endParaRPr lang="zh-CN" sz="2400">
              <a:solidFill>
                <a:schemeClr val="bg1"/>
              </a:solidFill>
              <a:latin typeface="方正黑体简体"/>
              <a:ea typeface="方正黑体简体"/>
            </a:endParaRPr>
          </a:p>
        </p:txBody>
      </p:sp>
      <p:sp>
        <p:nvSpPr>
          <p:cNvPr id="22" name="流程图: 决策 21"/>
          <p:cNvSpPr/>
          <p:nvPr/>
        </p:nvSpPr>
        <p:spPr>
          <a:xfrm>
            <a:off x="5026631" y="3695331"/>
            <a:ext cx="2004143" cy="1952385"/>
          </a:xfrm>
          <a:prstGeom prst="flowChartDecision">
            <a:avLst/>
          </a:prstGeom>
          <a:solidFill>
            <a:schemeClr val="accent1"/>
          </a:solidFill>
          <a:ln>
            <a:noFill/>
          </a:ln>
        </p:spPr>
        <p:txBody>
          <a:bodyPr anchor="ctr"/>
          <a:lstStyle/>
          <a:p>
            <a:pPr algn="ctr"/>
            <a:r>
              <a:rPr lang="en-US" sz="2400">
                <a:solidFill>
                  <a:srgbClr val="1D73DA"/>
                </a:solidFill>
                <a:latin typeface="方正黑体简体"/>
                <a:ea typeface="方正黑体简体"/>
              </a:rPr>
              <a:t>55%</a:t>
            </a:r>
            <a:endParaRPr lang="zh-CN" sz="2400">
              <a:solidFill>
                <a:srgbClr val="1D73DA"/>
              </a:solidFill>
              <a:latin typeface="方正黑体简体"/>
              <a:ea typeface="方正黑体简体"/>
            </a:endParaRPr>
          </a:p>
        </p:txBody>
      </p:sp>
      <p:sp>
        <p:nvSpPr>
          <p:cNvPr id="23" name="流程图: 决策 22"/>
          <p:cNvSpPr/>
          <p:nvPr/>
        </p:nvSpPr>
        <p:spPr>
          <a:xfrm>
            <a:off x="3373867" y="2363258"/>
            <a:ext cx="2516831" cy="2451832"/>
          </a:xfrm>
          <a:prstGeom prst="flowChartDecision">
            <a:avLst/>
          </a:prstGeom>
          <a:solidFill>
            <a:schemeClr val="accent4"/>
          </a:solidFill>
          <a:ln>
            <a:noFill/>
          </a:ln>
        </p:spPr>
        <p:txBody>
          <a:bodyPr anchor="ctr"/>
          <a:lstStyle/>
          <a:p>
            <a:pPr algn="ctr"/>
            <a:r>
              <a:rPr lang="en-US" sz="3200">
                <a:solidFill>
                  <a:schemeClr val="bg1"/>
                </a:solidFill>
                <a:latin typeface="方正黑体简体"/>
                <a:ea typeface="方正黑体简体"/>
              </a:rPr>
              <a:t>75%</a:t>
            </a:r>
            <a:endParaRPr lang="zh-CN" sz="3200">
              <a:solidFill>
                <a:schemeClr val="bg1"/>
              </a:solidFill>
              <a:latin typeface="方正黑体简体"/>
              <a:ea typeface="方正黑体简体"/>
            </a:endParaRPr>
          </a:p>
        </p:txBody>
      </p:sp>
      <p:sp>
        <p:nvSpPr>
          <p:cNvPr id="24" name="流程图: 决策 23"/>
          <p:cNvSpPr/>
          <p:nvPr/>
        </p:nvSpPr>
        <p:spPr>
          <a:xfrm>
            <a:off x="6040672" y="2994755"/>
            <a:ext cx="1502789" cy="1296811"/>
          </a:xfrm>
          <a:prstGeom prst="flowChartDecision">
            <a:avLst/>
          </a:prstGeom>
          <a:solidFill>
            <a:schemeClr val="accent3"/>
          </a:solidFill>
          <a:ln>
            <a:noFill/>
          </a:ln>
        </p:spPr>
        <p:txBody>
          <a:bodyPr anchor="ctr"/>
          <a:lstStyle/>
          <a:p>
            <a:pPr algn="ctr"/>
            <a:r>
              <a:rPr lang="en-US" sz="2000">
                <a:solidFill>
                  <a:srgbClr val="1D73DA"/>
                </a:solidFill>
                <a:latin typeface="方正黑体简体"/>
                <a:ea typeface="方正黑体简体"/>
              </a:rPr>
              <a:t>25%</a:t>
            </a:r>
            <a:endParaRPr lang="zh-CN" sz="2000">
              <a:solidFill>
                <a:srgbClr val="1D73DA"/>
              </a:solidFill>
              <a:latin typeface="方正黑体简体"/>
              <a:ea typeface="方正黑体简体"/>
            </a:endParaRPr>
          </a:p>
        </p:txBody>
      </p:sp>
      <p:sp>
        <p:nvSpPr>
          <p:cNvPr id="25" name="矩形 24"/>
          <p:cNvSpPr/>
          <p:nvPr/>
        </p:nvSpPr>
        <p:spPr>
          <a:xfrm>
            <a:off x="6954650" y="1742838"/>
            <a:ext cx="4839302" cy="685637"/>
          </a:xfrm>
          <a:prstGeom prst="rect">
            <a:avLst/>
          </a:prstGeom>
        </p:spPr>
        <p:txBody>
          <a:bodyPr wrap="square">
            <a:spAutoFit/>
          </a:bodyPr>
          <a:lstStyle/>
          <a:p>
            <a:pPr>
              <a:lnSpc>
                <a:spcPct val="120000"/>
              </a:lnSpc>
            </a:pPr>
            <a:r>
              <a:rPr lang="zh-CN" sz="2000">
                <a:solidFill>
                  <a:srgbClr val="1D73DA"/>
                </a:solidFill>
                <a:latin typeface="方正黑体简体"/>
                <a:ea typeface="方正黑体简体"/>
              </a:rPr>
              <a:t>课本使用后八成新</a:t>
            </a:r>
            <a:endParaRPr lang="en-US" sz="2000">
              <a:solidFill>
                <a:srgbClr val="1D73DA"/>
              </a:solidFill>
              <a:latin typeface="方正黑体简体"/>
              <a:ea typeface="方正黑体简体"/>
            </a:endParaRPr>
          </a:p>
          <a:p>
            <a:pPr>
              <a:lnSpc>
                <a:spcPct val="120000"/>
              </a:lnSpc>
            </a:pPr>
            <a:endParaRPr lang="en-US" sz="1325">
              <a:solidFill>
                <a:srgbClr val="1D73DA"/>
              </a:solidFill>
              <a:latin typeface="方正黑体简体"/>
              <a:ea typeface="方正黑体简体"/>
            </a:endParaRPr>
          </a:p>
        </p:txBody>
      </p:sp>
      <p:sp>
        <p:nvSpPr>
          <p:cNvPr id="29" name="矩形 28"/>
          <p:cNvSpPr/>
          <p:nvPr/>
        </p:nvSpPr>
        <p:spPr>
          <a:xfrm>
            <a:off x="7792036" y="2945210"/>
            <a:ext cx="4737324" cy="430374"/>
          </a:xfrm>
          <a:prstGeom prst="rect">
            <a:avLst/>
          </a:prstGeom>
        </p:spPr>
        <p:txBody>
          <a:bodyPr wrap="square">
            <a:spAutoFit/>
          </a:bodyPr>
          <a:lstStyle/>
          <a:p>
            <a:pPr>
              <a:lnSpc>
                <a:spcPct val="120000"/>
              </a:lnSpc>
            </a:pPr>
            <a:r>
              <a:rPr lang="zh-CN" sz="2000">
                <a:solidFill>
                  <a:srgbClr val="1D73DA"/>
                </a:solidFill>
                <a:latin typeface="方正黑体简体"/>
                <a:ea typeface="方正黑体简体"/>
              </a:rPr>
              <a:t>喜欢收藏旧书</a:t>
            </a:r>
            <a:endParaRPr lang="en-US" sz="2000">
              <a:solidFill>
                <a:srgbClr val="1D73DA"/>
              </a:solidFill>
              <a:latin typeface="方正黑体简体"/>
              <a:ea typeface="方正黑体简体"/>
            </a:endParaRPr>
          </a:p>
        </p:txBody>
      </p:sp>
      <p:sp>
        <p:nvSpPr>
          <p:cNvPr id="30" name="矩形 29"/>
          <p:cNvSpPr/>
          <p:nvPr/>
        </p:nvSpPr>
        <p:spPr>
          <a:xfrm>
            <a:off x="1171914" y="2501072"/>
            <a:ext cx="4856788" cy="499624"/>
          </a:xfrm>
          <a:prstGeom prst="rect">
            <a:avLst/>
          </a:prstGeom>
        </p:spPr>
        <p:txBody>
          <a:bodyPr wrap="square">
            <a:spAutoFit/>
          </a:bodyPr>
          <a:lstStyle/>
          <a:p>
            <a:pPr>
              <a:lnSpc>
                <a:spcPct val="150000"/>
              </a:lnSpc>
            </a:pPr>
            <a:r>
              <a:rPr lang="zh-CN" sz="2000">
                <a:solidFill>
                  <a:srgbClr val="1D73DA"/>
                </a:solidFill>
                <a:latin typeface="方正黑体简体"/>
                <a:ea typeface="方正黑体简体"/>
              </a:rPr>
              <a:t>觉得二手书很好用</a:t>
            </a:r>
            <a:endParaRPr lang="en-GB" sz="2000">
              <a:solidFill>
                <a:srgbClr val="1D73DA"/>
              </a:solidFill>
              <a:latin typeface="方正黑体简体"/>
              <a:ea typeface="方正黑体简体"/>
            </a:endParaRPr>
          </a:p>
        </p:txBody>
      </p:sp>
      <p:sp>
        <p:nvSpPr>
          <p:cNvPr id="31" name="矩形 30"/>
          <p:cNvSpPr/>
          <p:nvPr/>
        </p:nvSpPr>
        <p:spPr>
          <a:xfrm>
            <a:off x="2521170" y="4950160"/>
            <a:ext cx="4771027" cy="430374"/>
          </a:xfrm>
          <a:prstGeom prst="rect">
            <a:avLst/>
          </a:prstGeom>
        </p:spPr>
        <p:txBody>
          <a:bodyPr wrap="square">
            <a:spAutoFit/>
          </a:bodyPr>
          <a:lstStyle/>
          <a:p>
            <a:pPr>
              <a:lnSpc>
                <a:spcPct val="120000"/>
              </a:lnSpc>
            </a:pPr>
            <a:r>
              <a:rPr lang="zh-CN" sz="2000">
                <a:solidFill>
                  <a:srgbClr val="1D73DA"/>
                </a:solidFill>
                <a:latin typeface="方正黑体简体"/>
                <a:ea typeface="方正黑体简体"/>
              </a:rPr>
              <a:t>不在意书的新旧</a:t>
            </a:r>
            <a:endParaRPr lang="en-US" sz="2000">
              <a:solidFill>
                <a:srgbClr val="1D73DA"/>
              </a:solidFill>
              <a:latin typeface="方正黑体简体"/>
              <a:ea typeface="方正黑体简体"/>
            </a:endParaRPr>
          </a:p>
        </p:txBody>
      </p:sp>
      <p:sp>
        <p:nvSpPr>
          <p:cNvPr id="2" name="矩形 1"/>
          <p:cNvSpPr/>
          <p:nvPr/>
        </p:nvSpPr>
        <p:spPr>
          <a:xfrm>
            <a:off x="4332468" y="395619"/>
            <a:ext cx="3262432" cy="1154162"/>
          </a:xfrm>
          <a:prstGeom prst="rect">
            <a:avLst/>
          </a:prstGeom>
        </p:spPr>
        <p:txBody>
          <a:bodyPr wrap="none">
            <a:spAutoFit/>
          </a:bodyPr>
          <a:lstStyle/>
          <a:p>
            <a:pPr>
              <a:lnSpc>
                <a:spcPct val="120000"/>
              </a:lnSpc>
            </a:pPr>
            <a:r>
              <a:rPr lang="zh-CN" sz="6000" b="1">
                <a:solidFill>
                  <a:srgbClr val="1D73DA"/>
                </a:solidFill>
                <a:latin typeface="华文行楷" panose="02010800040101010101" charset="-122"/>
                <a:ea typeface="华文行楷" panose="02010800040101010101" charset="-122"/>
              </a:rPr>
              <a:t>需求分析</a:t>
            </a:r>
            <a:endParaRPr lang="en-US" sz="6000" b="1">
              <a:solidFill>
                <a:srgbClr val="1D73DA"/>
              </a:solidFill>
              <a:latin typeface="华文行楷" panose="02010800040101010101" charset="-122"/>
              <a:ea typeface="华文行楷" panose="02010800040101010101" charset="-122"/>
            </a:endParaRPr>
          </a:p>
        </p:txBody>
      </p:sp>
      <p:cxnSp>
        <p:nvCxnSpPr>
          <p:cNvPr id="16" name="直接连接符 15"/>
          <p:cNvCxnSpPr/>
          <p:nvPr/>
        </p:nvCxnSpPr>
        <p:spPr>
          <a:xfrm flipH="1">
            <a:off x="7292197" y="3375748"/>
            <a:ext cx="3105034" cy="0"/>
          </a:xfrm>
          <a:prstGeom prst="line">
            <a:avLst/>
          </a:prstGeom>
          <a:ln w="3175">
            <a:solidFill>
              <a:srgbClr val="414455"/>
            </a:solidFill>
            <a:prstDash val="solid"/>
            <a:miter/>
          </a:ln>
        </p:spPr>
      </p:cxnSp>
      <p:cxnSp>
        <p:nvCxnSpPr>
          <p:cNvPr id="27" name="直接连接符 26"/>
          <p:cNvCxnSpPr/>
          <p:nvPr/>
        </p:nvCxnSpPr>
        <p:spPr>
          <a:xfrm flipH="1">
            <a:off x="1843025" y="5380534"/>
            <a:ext cx="3577536" cy="0"/>
          </a:xfrm>
          <a:prstGeom prst="line">
            <a:avLst/>
          </a:prstGeom>
          <a:ln w="3175">
            <a:solidFill>
              <a:srgbClr val="414455"/>
            </a:solidFill>
            <a:prstDash val="solid"/>
            <a:miter/>
          </a:ln>
        </p:spPr>
      </p:cxnSp>
      <p:cxnSp>
        <p:nvCxnSpPr>
          <p:cNvPr id="28" name="直接连接符 27"/>
          <p:cNvCxnSpPr/>
          <p:nvPr/>
        </p:nvCxnSpPr>
        <p:spPr>
          <a:xfrm flipH="1">
            <a:off x="738997" y="3081244"/>
            <a:ext cx="3105034" cy="0"/>
          </a:xfrm>
          <a:prstGeom prst="line">
            <a:avLst/>
          </a:prstGeom>
          <a:ln w="3175">
            <a:solidFill>
              <a:srgbClr val="414455"/>
            </a:solidFill>
            <a:prstDash val="solid"/>
            <a:miter/>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47" presetClass="entr" presetSubtype="0" fill="hold" nodeType="withEffect">
                                  <p:stCondLst>
                                    <p:cond delay="20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1000"/>
                                        <p:tgtEl>
                                          <p:spTgt spid="25"/>
                                        </p:tgtEl>
                                      </p:cBhvr>
                                    </p:animEffect>
                                    <p:anim calcmode="lin" valueType="num">
                                      <p:cBhvr>
                                        <p:cTn id="11" dur="1000" fill="hold"/>
                                        <p:tgtEl>
                                          <p:spTgt spid="25"/>
                                        </p:tgtEl>
                                        <p:attrNameLst>
                                          <p:attrName>ppt_x</p:attrName>
                                        </p:attrNameLst>
                                      </p:cBhvr>
                                      <p:tavLst>
                                        <p:tav tm="0">
                                          <p:val>
                                            <p:strVal val="#ppt_x"/>
                                          </p:val>
                                        </p:tav>
                                        <p:tav tm="100000">
                                          <p:val>
                                            <p:strVal val="#ppt_x"/>
                                          </p:val>
                                        </p:tav>
                                      </p:tavLst>
                                    </p:anim>
                                    <p:anim calcmode="lin" valueType="num">
                                      <p:cBhvr>
                                        <p:cTn id="12" dur="1000" fill="hold"/>
                                        <p:tgtEl>
                                          <p:spTgt spid="25"/>
                                        </p:tgtEl>
                                        <p:attrNameLst>
                                          <p:attrName>ppt_y</p:attrName>
                                        </p:attrNameLst>
                                      </p:cBhvr>
                                      <p:tavLst>
                                        <p:tav tm="0">
                                          <p:val>
                                            <p:strVal val="#ppt_y-.1"/>
                                          </p:val>
                                        </p:tav>
                                        <p:tav tm="100000">
                                          <p:val>
                                            <p:strVal val="#ppt_y"/>
                                          </p:val>
                                        </p:tav>
                                      </p:tavLst>
                                    </p:anim>
                                  </p:childTnLst>
                                </p:cTn>
                              </p:par>
                              <p:par>
                                <p:cTn id="13" presetID="10" presetClass="entr" presetSubtype="0" fill="hold" nodeType="with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47" presetClass="entr" presetSubtype="0" fill="hold" nodeType="withEffect">
                                  <p:stCondLst>
                                    <p:cond delay="100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1000"/>
                                        <p:tgtEl>
                                          <p:spTgt spid="29"/>
                                        </p:tgtEl>
                                      </p:cBhvr>
                                    </p:animEffect>
                                    <p:anim calcmode="lin" valueType="num">
                                      <p:cBhvr>
                                        <p:cTn id="19" dur="1000" fill="hold"/>
                                        <p:tgtEl>
                                          <p:spTgt spid="29"/>
                                        </p:tgtEl>
                                        <p:attrNameLst>
                                          <p:attrName>ppt_x</p:attrName>
                                        </p:attrNameLst>
                                      </p:cBhvr>
                                      <p:tavLst>
                                        <p:tav tm="0">
                                          <p:val>
                                            <p:strVal val="#ppt_x"/>
                                          </p:val>
                                        </p:tav>
                                        <p:tav tm="100000">
                                          <p:val>
                                            <p:strVal val="#ppt_x"/>
                                          </p:val>
                                        </p:tav>
                                      </p:tavLst>
                                    </p:anim>
                                    <p:anim calcmode="lin" valueType="num">
                                      <p:cBhvr>
                                        <p:cTn id="20" dur="1000" fill="hold"/>
                                        <p:tgtEl>
                                          <p:spTgt spid="29"/>
                                        </p:tgtEl>
                                        <p:attrNameLst>
                                          <p:attrName>ppt_y</p:attrName>
                                        </p:attrNameLst>
                                      </p:cBhvr>
                                      <p:tavLst>
                                        <p:tav tm="0">
                                          <p:val>
                                            <p:strVal val="#ppt_y-.1"/>
                                          </p:val>
                                        </p:tav>
                                        <p:tav tm="100000">
                                          <p:val>
                                            <p:strVal val="#ppt_y"/>
                                          </p:val>
                                        </p:tav>
                                      </p:tavLst>
                                    </p:anim>
                                  </p:childTnLst>
                                </p:cTn>
                              </p:par>
                              <p:par>
                                <p:cTn id="21" presetID="10" presetClass="entr" presetSubtype="0" fill="hold" nodeType="withEffect">
                                  <p:stCondLst>
                                    <p:cond delay="150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47" presetClass="entr" presetSubtype="0" fill="hold" nodeType="withEffect">
                                  <p:stCondLst>
                                    <p:cond delay="200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1000"/>
                                        <p:tgtEl>
                                          <p:spTgt spid="30"/>
                                        </p:tgtEl>
                                      </p:cBhvr>
                                    </p:animEffect>
                                    <p:anim calcmode="lin" valueType="num">
                                      <p:cBhvr>
                                        <p:cTn id="27" dur="1000" fill="hold"/>
                                        <p:tgtEl>
                                          <p:spTgt spid="30"/>
                                        </p:tgtEl>
                                        <p:attrNameLst>
                                          <p:attrName>ppt_x</p:attrName>
                                        </p:attrNameLst>
                                      </p:cBhvr>
                                      <p:tavLst>
                                        <p:tav tm="0">
                                          <p:val>
                                            <p:strVal val="#ppt_x"/>
                                          </p:val>
                                        </p:tav>
                                        <p:tav tm="100000">
                                          <p:val>
                                            <p:strVal val="#ppt_x"/>
                                          </p:val>
                                        </p:tav>
                                      </p:tavLst>
                                    </p:anim>
                                    <p:anim calcmode="lin" valueType="num">
                                      <p:cBhvr>
                                        <p:cTn id="28" dur="1000" fill="hold"/>
                                        <p:tgtEl>
                                          <p:spTgt spid="30"/>
                                        </p:tgtEl>
                                        <p:attrNameLst>
                                          <p:attrName>ppt_y</p:attrName>
                                        </p:attrNameLst>
                                      </p:cBhvr>
                                      <p:tavLst>
                                        <p:tav tm="0">
                                          <p:val>
                                            <p:strVal val="#ppt_y-.1"/>
                                          </p:val>
                                        </p:tav>
                                        <p:tav tm="100000">
                                          <p:val>
                                            <p:strVal val="#ppt_y"/>
                                          </p:val>
                                        </p:tav>
                                      </p:tavLst>
                                    </p:anim>
                                  </p:childTnLst>
                                </p:cTn>
                              </p:par>
                              <p:par>
                                <p:cTn id="29" presetID="10" presetClass="entr" presetSubtype="0" fill="hold" nodeType="withEffect">
                                  <p:stCondLst>
                                    <p:cond delay="250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47" presetClass="entr" presetSubtype="0" fill="hold" nodeType="withEffect">
                                  <p:stCondLst>
                                    <p:cond delay="250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1000"/>
                                        <p:tgtEl>
                                          <p:spTgt spid="31"/>
                                        </p:tgtEl>
                                      </p:cBhvr>
                                    </p:animEffect>
                                    <p:anim calcmode="lin" valueType="num">
                                      <p:cBhvr>
                                        <p:cTn id="35" dur="1000" fill="hold"/>
                                        <p:tgtEl>
                                          <p:spTgt spid="31"/>
                                        </p:tgtEl>
                                        <p:attrNameLst>
                                          <p:attrName>ppt_x</p:attrName>
                                        </p:attrNameLst>
                                      </p:cBhvr>
                                      <p:tavLst>
                                        <p:tav tm="0">
                                          <p:val>
                                            <p:strVal val="#ppt_x"/>
                                          </p:val>
                                        </p:tav>
                                        <p:tav tm="100000">
                                          <p:val>
                                            <p:strVal val="#ppt_x"/>
                                          </p:val>
                                        </p:tav>
                                      </p:tavLst>
                                    </p:anim>
                                    <p:anim calcmode="lin" valueType="num">
                                      <p:cBhvr>
                                        <p:cTn id="36" dur="1000" fill="hold"/>
                                        <p:tgtEl>
                                          <p:spTgt spid="31"/>
                                        </p:tgtEl>
                                        <p:attrNameLst>
                                          <p:attrName>ppt_y</p:attrName>
                                        </p:attrNameLst>
                                      </p:cBhvr>
                                      <p:tavLst>
                                        <p:tav tm="0">
                                          <p:val>
                                            <p:strVal val="#ppt_y-.1"/>
                                          </p:val>
                                        </p:tav>
                                        <p:tav tm="100000">
                                          <p:val>
                                            <p:strVal val="#ppt_y"/>
                                          </p:val>
                                        </p:tav>
                                      </p:tavLst>
                                    </p:anim>
                                  </p:childTnLst>
                                </p:cTn>
                              </p:par>
                              <p:par>
                                <p:cTn id="37" presetID="10" presetClass="entr" presetSubtype="0" fill="hold" nodeType="withEffect">
                                  <p:stCondLst>
                                    <p:cond delay="350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10" presetClass="entr" presetSubtype="0" fill="hold"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4"/>
          <p:cNvGrpSpPr/>
          <p:nvPr/>
        </p:nvGrpSpPr>
        <p:grpSpPr>
          <a:xfrm rot="5400000">
            <a:off x="3830955" y="3593465"/>
            <a:ext cx="4935855" cy="723265"/>
            <a:chOff x="806" y="677"/>
            <a:chExt cx="3783" cy="711"/>
          </a:xfrm>
        </p:grpSpPr>
        <p:sp>
          <p:nvSpPr>
            <p:cNvPr id="37" name="Freeform 5"/>
            <p:cNvSpPr/>
            <p:nvPr/>
          </p:nvSpPr>
          <p:spPr>
            <a:xfrm>
              <a:off x="806" y="677"/>
              <a:ext cx="935" cy="711"/>
            </a:xfrm>
            <a:custGeom>
              <a:avLst/>
              <a:gdLst/>
              <a:ahLst/>
              <a:cxnLst/>
              <a:rect l="0" t="0" r="r" b="b"/>
              <a:pathLst>
                <a:path w="935" h="711">
                  <a:moveTo>
                    <a:pt x="720" y="675"/>
                  </a:moveTo>
                  <a:cubicBezTo>
                    <a:pt x="705" y="694"/>
                    <a:pt x="675" y="711"/>
                    <a:pt x="649" y="711"/>
                  </a:cubicBezTo>
                  <a:cubicBezTo>
                    <a:pt x="31" y="711"/>
                    <a:pt x="31" y="711"/>
                    <a:pt x="31" y="711"/>
                  </a:cubicBezTo>
                  <a:cubicBezTo>
                    <a:pt x="7" y="711"/>
                    <a:pt x="0" y="694"/>
                    <a:pt x="14" y="675"/>
                  </a:cubicBezTo>
                  <a:cubicBezTo>
                    <a:pt x="218" y="391"/>
                    <a:pt x="218" y="391"/>
                    <a:pt x="218" y="391"/>
                  </a:cubicBezTo>
                  <a:cubicBezTo>
                    <a:pt x="230" y="372"/>
                    <a:pt x="230" y="339"/>
                    <a:pt x="218" y="320"/>
                  </a:cubicBezTo>
                  <a:cubicBezTo>
                    <a:pt x="14" y="36"/>
                    <a:pt x="14" y="36"/>
                    <a:pt x="14" y="36"/>
                  </a:cubicBezTo>
                  <a:cubicBezTo>
                    <a:pt x="0" y="17"/>
                    <a:pt x="7" y="0"/>
                    <a:pt x="31" y="0"/>
                  </a:cubicBezTo>
                  <a:cubicBezTo>
                    <a:pt x="649" y="0"/>
                    <a:pt x="649" y="0"/>
                    <a:pt x="649" y="0"/>
                  </a:cubicBezTo>
                  <a:cubicBezTo>
                    <a:pt x="675" y="0"/>
                    <a:pt x="705" y="17"/>
                    <a:pt x="720" y="36"/>
                  </a:cubicBezTo>
                  <a:cubicBezTo>
                    <a:pt x="923" y="320"/>
                    <a:pt x="923" y="320"/>
                    <a:pt x="923" y="320"/>
                  </a:cubicBezTo>
                  <a:cubicBezTo>
                    <a:pt x="935" y="339"/>
                    <a:pt x="935" y="372"/>
                    <a:pt x="923" y="391"/>
                  </a:cubicBezTo>
                  <a:lnTo>
                    <a:pt x="720" y="675"/>
                  </a:lnTo>
                  <a:close/>
                </a:path>
              </a:pathLst>
            </a:custGeom>
            <a:solidFill>
              <a:schemeClr val="accent1"/>
            </a:solidFill>
            <a:ln w="19050">
              <a:solidFill>
                <a:schemeClr val="bg1"/>
              </a:solidFill>
              <a:round/>
            </a:ln>
          </p:spPr>
          <p:txBody>
            <a:bodyPr vert="horz" wrap="square" lIns="79396" tIns="39698" rIns="79396" bIns="39698" numCol="1" anchor="t" anchorCtr="0"/>
            <a:lstStyle/>
            <a:p>
              <a:pPr algn="just">
                <a:lnSpc>
                  <a:spcPct val="120000"/>
                </a:lnSpc>
              </a:pPr>
              <a:endParaRPr lang="en-US" sz="760">
                <a:solidFill>
                  <a:srgbClr val="1D73DA"/>
                </a:solidFill>
                <a:latin typeface="方正黑体简体"/>
                <a:ea typeface="方正黑体简体"/>
              </a:endParaRPr>
            </a:p>
          </p:txBody>
        </p:sp>
        <p:sp>
          <p:nvSpPr>
            <p:cNvPr id="38" name="Freeform 6"/>
            <p:cNvSpPr/>
            <p:nvPr/>
          </p:nvSpPr>
          <p:spPr>
            <a:xfrm>
              <a:off x="1516" y="677"/>
              <a:ext cx="938" cy="711"/>
            </a:xfrm>
            <a:custGeom>
              <a:avLst/>
              <a:gdLst/>
              <a:ahLst/>
              <a:cxnLst/>
              <a:rect l="0" t="0" r="r" b="b"/>
              <a:pathLst>
                <a:path w="938" h="711">
                  <a:moveTo>
                    <a:pt x="720" y="675"/>
                  </a:moveTo>
                  <a:cubicBezTo>
                    <a:pt x="706" y="694"/>
                    <a:pt x="675" y="711"/>
                    <a:pt x="651" y="711"/>
                  </a:cubicBezTo>
                  <a:cubicBezTo>
                    <a:pt x="33" y="711"/>
                    <a:pt x="33" y="711"/>
                    <a:pt x="33" y="711"/>
                  </a:cubicBezTo>
                  <a:cubicBezTo>
                    <a:pt x="9" y="711"/>
                    <a:pt x="0" y="694"/>
                    <a:pt x="14" y="675"/>
                  </a:cubicBezTo>
                  <a:cubicBezTo>
                    <a:pt x="218" y="391"/>
                    <a:pt x="218" y="391"/>
                    <a:pt x="218" y="391"/>
                  </a:cubicBezTo>
                  <a:cubicBezTo>
                    <a:pt x="232" y="372"/>
                    <a:pt x="232" y="339"/>
                    <a:pt x="218" y="320"/>
                  </a:cubicBezTo>
                  <a:cubicBezTo>
                    <a:pt x="14" y="36"/>
                    <a:pt x="14" y="36"/>
                    <a:pt x="14" y="36"/>
                  </a:cubicBezTo>
                  <a:cubicBezTo>
                    <a:pt x="0" y="17"/>
                    <a:pt x="9" y="0"/>
                    <a:pt x="33" y="0"/>
                  </a:cubicBezTo>
                  <a:cubicBezTo>
                    <a:pt x="651" y="0"/>
                    <a:pt x="651" y="0"/>
                    <a:pt x="651" y="0"/>
                  </a:cubicBezTo>
                  <a:cubicBezTo>
                    <a:pt x="675" y="0"/>
                    <a:pt x="706" y="17"/>
                    <a:pt x="720" y="36"/>
                  </a:cubicBezTo>
                  <a:cubicBezTo>
                    <a:pt x="924" y="320"/>
                    <a:pt x="924" y="320"/>
                    <a:pt x="924" y="320"/>
                  </a:cubicBezTo>
                  <a:cubicBezTo>
                    <a:pt x="938" y="339"/>
                    <a:pt x="938" y="372"/>
                    <a:pt x="924" y="391"/>
                  </a:cubicBezTo>
                  <a:lnTo>
                    <a:pt x="720" y="675"/>
                  </a:lnTo>
                  <a:close/>
                </a:path>
              </a:pathLst>
            </a:custGeom>
            <a:solidFill>
              <a:schemeClr val="accent2"/>
            </a:solidFill>
            <a:ln w="19050">
              <a:solidFill>
                <a:schemeClr val="bg1"/>
              </a:solidFill>
              <a:round/>
            </a:ln>
          </p:spPr>
          <p:txBody>
            <a:bodyPr vert="horz" wrap="square" lIns="79396" tIns="39698" rIns="79396" bIns="39698" numCol="1" anchor="t" anchorCtr="0"/>
            <a:lstStyle/>
            <a:p>
              <a:pPr algn="just">
                <a:lnSpc>
                  <a:spcPct val="120000"/>
                </a:lnSpc>
              </a:pPr>
              <a:endParaRPr lang="en-US" sz="760">
                <a:solidFill>
                  <a:srgbClr val="1D73DA"/>
                </a:solidFill>
                <a:latin typeface="方正黑体简体"/>
                <a:ea typeface="方正黑体简体"/>
              </a:endParaRPr>
            </a:p>
          </p:txBody>
        </p:sp>
        <p:sp>
          <p:nvSpPr>
            <p:cNvPr id="39" name="Freeform 7"/>
            <p:cNvSpPr/>
            <p:nvPr/>
          </p:nvSpPr>
          <p:spPr>
            <a:xfrm>
              <a:off x="2229" y="677"/>
              <a:ext cx="937" cy="711"/>
            </a:xfrm>
            <a:custGeom>
              <a:avLst/>
              <a:gdLst/>
              <a:ahLst/>
              <a:cxnLst/>
              <a:rect l="0" t="0" r="r" b="b"/>
              <a:pathLst>
                <a:path w="937" h="711">
                  <a:moveTo>
                    <a:pt x="719" y="675"/>
                  </a:moveTo>
                  <a:cubicBezTo>
                    <a:pt x="705" y="694"/>
                    <a:pt x="674" y="711"/>
                    <a:pt x="651" y="711"/>
                  </a:cubicBezTo>
                  <a:cubicBezTo>
                    <a:pt x="33" y="711"/>
                    <a:pt x="33" y="711"/>
                    <a:pt x="33" y="711"/>
                  </a:cubicBezTo>
                  <a:cubicBezTo>
                    <a:pt x="9" y="711"/>
                    <a:pt x="0" y="694"/>
                    <a:pt x="14" y="675"/>
                  </a:cubicBezTo>
                  <a:cubicBezTo>
                    <a:pt x="218" y="391"/>
                    <a:pt x="218" y="391"/>
                    <a:pt x="218" y="391"/>
                  </a:cubicBezTo>
                  <a:cubicBezTo>
                    <a:pt x="232" y="372"/>
                    <a:pt x="232" y="339"/>
                    <a:pt x="218" y="320"/>
                  </a:cubicBezTo>
                  <a:cubicBezTo>
                    <a:pt x="14" y="36"/>
                    <a:pt x="14" y="36"/>
                    <a:pt x="14" y="36"/>
                  </a:cubicBezTo>
                  <a:cubicBezTo>
                    <a:pt x="0" y="17"/>
                    <a:pt x="9" y="0"/>
                    <a:pt x="33" y="0"/>
                  </a:cubicBezTo>
                  <a:cubicBezTo>
                    <a:pt x="651" y="0"/>
                    <a:pt x="651" y="0"/>
                    <a:pt x="651" y="0"/>
                  </a:cubicBezTo>
                  <a:cubicBezTo>
                    <a:pt x="674" y="0"/>
                    <a:pt x="705" y="17"/>
                    <a:pt x="719" y="36"/>
                  </a:cubicBezTo>
                  <a:cubicBezTo>
                    <a:pt x="923" y="320"/>
                    <a:pt x="923" y="320"/>
                    <a:pt x="923" y="320"/>
                  </a:cubicBezTo>
                  <a:cubicBezTo>
                    <a:pt x="937" y="339"/>
                    <a:pt x="937" y="372"/>
                    <a:pt x="923" y="391"/>
                  </a:cubicBezTo>
                  <a:lnTo>
                    <a:pt x="719" y="675"/>
                  </a:lnTo>
                  <a:close/>
                </a:path>
              </a:pathLst>
            </a:custGeom>
            <a:solidFill>
              <a:schemeClr val="accent3"/>
            </a:solidFill>
            <a:ln w="19050">
              <a:solidFill>
                <a:schemeClr val="bg1"/>
              </a:solidFill>
              <a:round/>
            </a:ln>
          </p:spPr>
          <p:txBody>
            <a:bodyPr vert="horz" wrap="square" lIns="79396" tIns="39698" rIns="79396" bIns="39698" numCol="1" anchor="t" anchorCtr="0"/>
            <a:lstStyle/>
            <a:p>
              <a:pPr algn="just">
                <a:lnSpc>
                  <a:spcPct val="120000"/>
                </a:lnSpc>
              </a:pPr>
              <a:endParaRPr lang="en-US" sz="760">
                <a:solidFill>
                  <a:srgbClr val="1D73DA"/>
                </a:solidFill>
                <a:latin typeface="方正黑体简体"/>
                <a:ea typeface="方正黑体简体"/>
              </a:endParaRPr>
            </a:p>
          </p:txBody>
        </p:sp>
        <p:sp>
          <p:nvSpPr>
            <p:cNvPr id="40" name="Freeform 8"/>
            <p:cNvSpPr/>
            <p:nvPr/>
          </p:nvSpPr>
          <p:spPr>
            <a:xfrm>
              <a:off x="2942" y="677"/>
              <a:ext cx="935" cy="711"/>
            </a:xfrm>
            <a:custGeom>
              <a:avLst/>
              <a:gdLst/>
              <a:ahLst/>
              <a:cxnLst/>
              <a:rect l="0" t="0" r="r" b="b"/>
              <a:pathLst>
                <a:path w="935" h="711">
                  <a:moveTo>
                    <a:pt x="720" y="675"/>
                  </a:moveTo>
                  <a:cubicBezTo>
                    <a:pt x="705" y="694"/>
                    <a:pt x="672" y="711"/>
                    <a:pt x="649" y="711"/>
                  </a:cubicBezTo>
                  <a:cubicBezTo>
                    <a:pt x="31" y="711"/>
                    <a:pt x="31" y="711"/>
                    <a:pt x="31" y="711"/>
                  </a:cubicBezTo>
                  <a:cubicBezTo>
                    <a:pt x="7" y="711"/>
                    <a:pt x="0" y="694"/>
                    <a:pt x="14" y="675"/>
                  </a:cubicBezTo>
                  <a:cubicBezTo>
                    <a:pt x="215" y="391"/>
                    <a:pt x="215" y="391"/>
                    <a:pt x="215" y="391"/>
                  </a:cubicBezTo>
                  <a:cubicBezTo>
                    <a:pt x="230" y="372"/>
                    <a:pt x="230" y="339"/>
                    <a:pt x="215" y="320"/>
                  </a:cubicBezTo>
                  <a:cubicBezTo>
                    <a:pt x="14" y="36"/>
                    <a:pt x="14" y="36"/>
                    <a:pt x="14" y="36"/>
                  </a:cubicBezTo>
                  <a:cubicBezTo>
                    <a:pt x="0" y="17"/>
                    <a:pt x="7" y="0"/>
                    <a:pt x="31" y="0"/>
                  </a:cubicBezTo>
                  <a:cubicBezTo>
                    <a:pt x="649" y="0"/>
                    <a:pt x="649" y="0"/>
                    <a:pt x="649" y="0"/>
                  </a:cubicBezTo>
                  <a:cubicBezTo>
                    <a:pt x="672" y="0"/>
                    <a:pt x="705" y="17"/>
                    <a:pt x="720" y="36"/>
                  </a:cubicBezTo>
                  <a:cubicBezTo>
                    <a:pt x="921" y="320"/>
                    <a:pt x="921" y="320"/>
                    <a:pt x="921" y="320"/>
                  </a:cubicBezTo>
                  <a:cubicBezTo>
                    <a:pt x="935" y="339"/>
                    <a:pt x="935" y="372"/>
                    <a:pt x="921" y="391"/>
                  </a:cubicBezTo>
                  <a:lnTo>
                    <a:pt x="720" y="675"/>
                  </a:lnTo>
                  <a:close/>
                </a:path>
              </a:pathLst>
            </a:custGeom>
            <a:solidFill>
              <a:schemeClr val="accent4"/>
            </a:solidFill>
            <a:ln w="19050">
              <a:solidFill>
                <a:schemeClr val="bg1"/>
              </a:solidFill>
              <a:round/>
            </a:ln>
          </p:spPr>
          <p:txBody>
            <a:bodyPr vert="horz" wrap="square" lIns="79396" tIns="39698" rIns="79396" bIns="39698" numCol="1" anchor="t" anchorCtr="0"/>
            <a:lstStyle/>
            <a:p>
              <a:pPr algn="just">
                <a:lnSpc>
                  <a:spcPct val="120000"/>
                </a:lnSpc>
              </a:pPr>
              <a:endParaRPr lang="en-US" sz="760">
                <a:solidFill>
                  <a:srgbClr val="1D73DA"/>
                </a:solidFill>
                <a:latin typeface="方正黑体简体"/>
                <a:ea typeface="方正黑体简体"/>
              </a:endParaRPr>
            </a:p>
          </p:txBody>
        </p:sp>
        <p:sp>
          <p:nvSpPr>
            <p:cNvPr id="41" name="Freeform 9"/>
            <p:cNvSpPr/>
            <p:nvPr/>
          </p:nvSpPr>
          <p:spPr>
            <a:xfrm>
              <a:off x="3652" y="677"/>
              <a:ext cx="937" cy="711"/>
            </a:xfrm>
            <a:custGeom>
              <a:avLst/>
              <a:gdLst/>
              <a:ahLst/>
              <a:cxnLst/>
              <a:rect l="0" t="0" r="r" b="b"/>
              <a:pathLst>
                <a:path w="937" h="711">
                  <a:moveTo>
                    <a:pt x="719" y="675"/>
                  </a:moveTo>
                  <a:cubicBezTo>
                    <a:pt x="705" y="694"/>
                    <a:pt x="674" y="711"/>
                    <a:pt x="651" y="711"/>
                  </a:cubicBezTo>
                  <a:cubicBezTo>
                    <a:pt x="33" y="711"/>
                    <a:pt x="33" y="711"/>
                    <a:pt x="33" y="711"/>
                  </a:cubicBezTo>
                  <a:cubicBezTo>
                    <a:pt x="9" y="711"/>
                    <a:pt x="0" y="694"/>
                    <a:pt x="14" y="675"/>
                  </a:cubicBezTo>
                  <a:cubicBezTo>
                    <a:pt x="218" y="391"/>
                    <a:pt x="218" y="391"/>
                    <a:pt x="218" y="391"/>
                  </a:cubicBezTo>
                  <a:cubicBezTo>
                    <a:pt x="232" y="372"/>
                    <a:pt x="232" y="339"/>
                    <a:pt x="218" y="320"/>
                  </a:cubicBezTo>
                  <a:cubicBezTo>
                    <a:pt x="14" y="36"/>
                    <a:pt x="14" y="36"/>
                    <a:pt x="14" y="36"/>
                  </a:cubicBezTo>
                  <a:cubicBezTo>
                    <a:pt x="0" y="17"/>
                    <a:pt x="9" y="0"/>
                    <a:pt x="33" y="0"/>
                  </a:cubicBezTo>
                  <a:cubicBezTo>
                    <a:pt x="651" y="0"/>
                    <a:pt x="651" y="0"/>
                    <a:pt x="651" y="0"/>
                  </a:cubicBezTo>
                  <a:cubicBezTo>
                    <a:pt x="674" y="0"/>
                    <a:pt x="705" y="17"/>
                    <a:pt x="719" y="36"/>
                  </a:cubicBezTo>
                  <a:cubicBezTo>
                    <a:pt x="923" y="320"/>
                    <a:pt x="923" y="320"/>
                    <a:pt x="923" y="320"/>
                  </a:cubicBezTo>
                  <a:cubicBezTo>
                    <a:pt x="937" y="339"/>
                    <a:pt x="937" y="372"/>
                    <a:pt x="923" y="391"/>
                  </a:cubicBezTo>
                  <a:lnTo>
                    <a:pt x="719" y="675"/>
                  </a:lnTo>
                  <a:close/>
                </a:path>
              </a:pathLst>
            </a:custGeom>
            <a:solidFill>
              <a:schemeClr val="accent5"/>
            </a:solidFill>
            <a:ln w="19050">
              <a:solidFill>
                <a:schemeClr val="bg1"/>
              </a:solidFill>
              <a:round/>
            </a:ln>
          </p:spPr>
          <p:txBody>
            <a:bodyPr vert="horz" wrap="square" lIns="79396" tIns="39698" rIns="79396" bIns="39698" numCol="1" anchor="t" anchorCtr="0"/>
            <a:lstStyle/>
            <a:p>
              <a:pPr algn="just">
                <a:lnSpc>
                  <a:spcPct val="120000"/>
                </a:lnSpc>
              </a:pPr>
              <a:endParaRPr lang="en-US" sz="760">
                <a:solidFill>
                  <a:srgbClr val="1D73DA"/>
                </a:solidFill>
                <a:latin typeface="方正黑体简体"/>
                <a:ea typeface="方正黑体简体"/>
              </a:endParaRPr>
            </a:p>
          </p:txBody>
        </p:sp>
      </p:grpSp>
      <p:sp>
        <p:nvSpPr>
          <p:cNvPr id="42" name="Freeform 16"/>
          <p:cNvSpPr/>
          <p:nvPr/>
        </p:nvSpPr>
        <p:spPr>
          <a:xfrm>
            <a:off x="7329954" y="3300052"/>
            <a:ext cx="368305" cy="426766"/>
          </a:xfrm>
          <a:custGeom>
            <a:avLst/>
            <a:gdLst/>
            <a:ahLst/>
            <a:cxnLst/>
            <a:rect l="0" t="0" r="r" b="b"/>
            <a:pathLst>
              <a:path w="368305" h="426766">
                <a:moveTo>
                  <a:pt x="268172" y="158743"/>
                </a:moveTo>
                <a:cubicBezTo>
                  <a:pt x="264719" y="150691"/>
                  <a:pt x="349890" y="74770"/>
                  <a:pt x="300399" y="13804"/>
                </a:cubicBezTo>
                <a:cubicBezTo>
                  <a:pt x="288889" y="0"/>
                  <a:pt x="249757" y="82823"/>
                  <a:pt x="193360" y="119633"/>
                </a:cubicBezTo>
                <a:cubicBezTo>
                  <a:pt x="163435" y="140338"/>
                  <a:pt x="92076" y="185200"/>
                  <a:pt x="92076" y="209357"/>
                </a:cubicBezTo>
                <a:cubicBezTo>
                  <a:pt x="92076" y="366950"/>
                  <a:pt x="92076" y="366950"/>
                  <a:pt x="92076" y="366950"/>
                </a:cubicBezTo>
                <a:cubicBezTo>
                  <a:pt x="92076" y="395708"/>
                  <a:pt x="204870" y="426766"/>
                  <a:pt x="291191" y="426766"/>
                </a:cubicBezTo>
                <a:cubicBezTo>
                  <a:pt x="322267" y="426766"/>
                  <a:pt x="368305" y="228912"/>
                  <a:pt x="368305" y="197854"/>
                </a:cubicBezTo>
                <a:cubicBezTo>
                  <a:pt x="368305" y="166795"/>
                  <a:pt x="270474" y="166795"/>
                  <a:pt x="268172" y="158743"/>
                </a:cubicBezTo>
                <a:close/>
                <a:moveTo>
                  <a:pt x="69057" y="161044"/>
                </a:moveTo>
                <a:cubicBezTo>
                  <a:pt x="54095" y="161044"/>
                  <a:pt x="0" y="170246"/>
                  <a:pt x="0" y="232363"/>
                </a:cubicBezTo>
                <a:cubicBezTo>
                  <a:pt x="0" y="343943"/>
                  <a:pt x="0" y="343943"/>
                  <a:pt x="0" y="343943"/>
                </a:cubicBezTo>
                <a:cubicBezTo>
                  <a:pt x="0" y="407211"/>
                  <a:pt x="54095" y="414113"/>
                  <a:pt x="69057" y="414113"/>
                </a:cubicBezTo>
                <a:cubicBezTo>
                  <a:pt x="84020" y="414113"/>
                  <a:pt x="46038" y="400309"/>
                  <a:pt x="46038" y="362348"/>
                </a:cubicBezTo>
                <a:cubicBezTo>
                  <a:pt x="46038" y="215108"/>
                  <a:pt x="46038" y="215108"/>
                  <a:pt x="46038" y="215108"/>
                </a:cubicBezTo>
                <a:cubicBezTo>
                  <a:pt x="46038" y="174848"/>
                  <a:pt x="84020" y="161044"/>
                  <a:pt x="69057" y="161044"/>
                </a:cubicBezTo>
                <a:close/>
              </a:path>
            </a:pathLst>
          </a:custGeom>
          <a:solidFill>
            <a:schemeClr val="bg1"/>
          </a:solidFill>
          <a:ln>
            <a:noFill/>
          </a:ln>
        </p:spPr>
        <p:txBody>
          <a:bodyPr vert="horz" wrap="square" lIns="79396" tIns="39698" rIns="79396" bIns="39698" numCol="1" anchor="t" anchorCtr="0"/>
          <a:lstStyle/>
          <a:p>
            <a:pPr algn="just">
              <a:lnSpc>
                <a:spcPct val="120000"/>
              </a:lnSpc>
            </a:pPr>
            <a:endParaRPr lang="en-US" sz="760">
              <a:solidFill>
                <a:srgbClr val="1D73DA"/>
              </a:solidFill>
              <a:latin typeface="方正黑体简体"/>
              <a:ea typeface="方正黑体简体"/>
            </a:endParaRPr>
          </a:p>
        </p:txBody>
      </p:sp>
      <p:sp>
        <p:nvSpPr>
          <p:cNvPr id="43" name="Freeform 6"/>
          <p:cNvSpPr/>
          <p:nvPr/>
        </p:nvSpPr>
        <p:spPr>
          <a:xfrm>
            <a:off x="4667438" y="3336093"/>
            <a:ext cx="444798" cy="390725"/>
          </a:xfrm>
          <a:custGeom>
            <a:avLst/>
            <a:gdLst/>
            <a:ahLst/>
            <a:cxnLst/>
            <a:rect l="0" t="0" r="r" b="b"/>
            <a:pathLst>
              <a:path w="444798" h="390725">
                <a:moveTo>
                  <a:pt x="444798" y="390725"/>
                </a:moveTo>
                <a:cubicBezTo>
                  <a:pt x="444798" y="390725"/>
                  <a:pt x="443686" y="306364"/>
                  <a:pt x="438126" y="297484"/>
                </a:cubicBezTo>
                <a:cubicBezTo>
                  <a:pt x="430342" y="285274"/>
                  <a:pt x="412550" y="276394"/>
                  <a:pt x="380302" y="261963"/>
                </a:cubicBezTo>
                <a:cubicBezTo>
                  <a:pt x="346942" y="248643"/>
                  <a:pt x="336934" y="236433"/>
                  <a:pt x="336934" y="212013"/>
                </a:cubicBezTo>
                <a:cubicBezTo>
                  <a:pt x="336934" y="196473"/>
                  <a:pt x="346942" y="202023"/>
                  <a:pt x="351390" y="174272"/>
                </a:cubicBezTo>
                <a:cubicBezTo>
                  <a:pt x="352502" y="163172"/>
                  <a:pt x="361398" y="174272"/>
                  <a:pt x="363622" y="148742"/>
                </a:cubicBezTo>
                <a:cubicBezTo>
                  <a:pt x="363622" y="137642"/>
                  <a:pt x="358062" y="135422"/>
                  <a:pt x="358062" y="135422"/>
                </a:cubicBezTo>
                <a:cubicBezTo>
                  <a:pt x="358062" y="135422"/>
                  <a:pt x="361398" y="119882"/>
                  <a:pt x="361398" y="108781"/>
                </a:cubicBezTo>
                <a:cubicBezTo>
                  <a:pt x="363622" y="94351"/>
                  <a:pt x="354726" y="56611"/>
                  <a:pt x="309135" y="56611"/>
                </a:cubicBezTo>
                <a:cubicBezTo>
                  <a:pt x="262431" y="56611"/>
                  <a:pt x="254647" y="94351"/>
                  <a:pt x="255759" y="108781"/>
                </a:cubicBezTo>
                <a:cubicBezTo>
                  <a:pt x="256871" y="119882"/>
                  <a:pt x="259095" y="135422"/>
                  <a:pt x="259095" y="135422"/>
                </a:cubicBezTo>
                <a:cubicBezTo>
                  <a:pt x="259095" y="135422"/>
                  <a:pt x="254647" y="137642"/>
                  <a:pt x="254647" y="148742"/>
                </a:cubicBezTo>
                <a:cubicBezTo>
                  <a:pt x="255759" y="174272"/>
                  <a:pt x="264655" y="163172"/>
                  <a:pt x="266879" y="174272"/>
                </a:cubicBezTo>
                <a:cubicBezTo>
                  <a:pt x="271327" y="202023"/>
                  <a:pt x="281335" y="196473"/>
                  <a:pt x="281335" y="212013"/>
                </a:cubicBezTo>
                <a:cubicBezTo>
                  <a:pt x="281335" y="228663"/>
                  <a:pt x="275775" y="239763"/>
                  <a:pt x="262431" y="248643"/>
                </a:cubicBezTo>
                <a:cubicBezTo>
                  <a:pt x="334710" y="285274"/>
                  <a:pt x="344718" y="291934"/>
                  <a:pt x="344718" y="324124"/>
                </a:cubicBezTo>
                <a:cubicBezTo>
                  <a:pt x="344718" y="390725"/>
                  <a:pt x="344718" y="390725"/>
                  <a:pt x="344718" y="390725"/>
                </a:cubicBezTo>
                <a:lnTo>
                  <a:pt x="444798" y="390725"/>
                </a:lnTo>
                <a:close/>
                <a:moveTo>
                  <a:pt x="226847" y="274174"/>
                </a:moveTo>
                <a:cubicBezTo>
                  <a:pt x="183479" y="256413"/>
                  <a:pt x="169023" y="240873"/>
                  <a:pt x="169023" y="207573"/>
                </a:cubicBezTo>
                <a:cubicBezTo>
                  <a:pt x="169023" y="187592"/>
                  <a:pt x="182367" y="194252"/>
                  <a:pt x="187927" y="157622"/>
                </a:cubicBezTo>
                <a:cubicBezTo>
                  <a:pt x="191263" y="143192"/>
                  <a:pt x="202383" y="157622"/>
                  <a:pt x="204607" y="123212"/>
                </a:cubicBezTo>
                <a:cubicBezTo>
                  <a:pt x="204607" y="108781"/>
                  <a:pt x="199047" y="105451"/>
                  <a:pt x="199047" y="105451"/>
                </a:cubicBezTo>
                <a:cubicBezTo>
                  <a:pt x="199047" y="105451"/>
                  <a:pt x="201271" y="85471"/>
                  <a:pt x="203495" y="69931"/>
                </a:cubicBezTo>
                <a:cubicBezTo>
                  <a:pt x="204607" y="49951"/>
                  <a:pt x="193487" y="0"/>
                  <a:pt x="132327" y="0"/>
                </a:cubicBezTo>
                <a:cubicBezTo>
                  <a:pt x="71168" y="0"/>
                  <a:pt x="60048" y="49951"/>
                  <a:pt x="61160" y="69931"/>
                </a:cubicBezTo>
                <a:cubicBezTo>
                  <a:pt x="62272" y="85471"/>
                  <a:pt x="65608" y="105451"/>
                  <a:pt x="65608" y="105451"/>
                </a:cubicBezTo>
                <a:cubicBezTo>
                  <a:pt x="65608" y="105451"/>
                  <a:pt x="58936" y="108781"/>
                  <a:pt x="58936" y="123212"/>
                </a:cubicBezTo>
                <a:cubicBezTo>
                  <a:pt x="61160" y="157622"/>
                  <a:pt x="73392" y="143192"/>
                  <a:pt x="75616" y="157622"/>
                </a:cubicBezTo>
                <a:cubicBezTo>
                  <a:pt x="82288" y="194252"/>
                  <a:pt x="95632" y="187592"/>
                  <a:pt x="95632" y="207573"/>
                </a:cubicBezTo>
                <a:cubicBezTo>
                  <a:pt x="95632" y="240873"/>
                  <a:pt x="81176" y="256413"/>
                  <a:pt x="36696" y="274174"/>
                </a:cubicBezTo>
                <a:cubicBezTo>
                  <a:pt x="23352" y="279724"/>
                  <a:pt x="0" y="288604"/>
                  <a:pt x="0" y="309694"/>
                </a:cubicBezTo>
                <a:cubicBezTo>
                  <a:pt x="0" y="390725"/>
                  <a:pt x="0" y="390725"/>
                  <a:pt x="0" y="390725"/>
                </a:cubicBezTo>
                <a:cubicBezTo>
                  <a:pt x="309135" y="390725"/>
                  <a:pt x="309135" y="390725"/>
                  <a:pt x="309135" y="390725"/>
                </a:cubicBezTo>
                <a:cubicBezTo>
                  <a:pt x="309135" y="390725"/>
                  <a:pt x="309135" y="342994"/>
                  <a:pt x="309135" y="329674"/>
                </a:cubicBezTo>
                <a:cubicBezTo>
                  <a:pt x="309135" y="310804"/>
                  <a:pt x="271327" y="293044"/>
                  <a:pt x="226847" y="274174"/>
                </a:cubicBezTo>
                <a:close/>
              </a:path>
            </a:pathLst>
          </a:custGeom>
          <a:solidFill>
            <a:schemeClr val="bg1"/>
          </a:solidFill>
          <a:ln>
            <a:noFill/>
          </a:ln>
        </p:spPr>
        <p:txBody>
          <a:bodyPr vert="horz" wrap="square" lIns="79396" tIns="39698" rIns="79396" bIns="39698" numCol="1" anchor="t" anchorCtr="0"/>
          <a:lstStyle/>
          <a:p>
            <a:pPr algn="just">
              <a:lnSpc>
                <a:spcPct val="120000"/>
              </a:lnSpc>
            </a:pPr>
            <a:endParaRPr lang="en-US" sz="760">
              <a:solidFill>
                <a:srgbClr val="1D73DA"/>
              </a:solidFill>
              <a:latin typeface="方正黑体简体"/>
              <a:ea typeface="方正黑体简体"/>
            </a:endParaRPr>
          </a:p>
        </p:txBody>
      </p:sp>
      <p:sp>
        <p:nvSpPr>
          <p:cNvPr id="44" name="Freeform 11"/>
          <p:cNvSpPr/>
          <p:nvPr/>
        </p:nvSpPr>
        <p:spPr>
          <a:xfrm>
            <a:off x="3318375" y="3392465"/>
            <a:ext cx="388157" cy="406354"/>
          </a:xfrm>
          <a:custGeom>
            <a:avLst/>
            <a:gdLst/>
            <a:ahLst/>
            <a:cxnLst/>
            <a:rect l="0" t="0" r="r" b="b"/>
            <a:pathLst>
              <a:path w="388157" h="406354">
                <a:moveTo>
                  <a:pt x="375989" y="341184"/>
                </a:moveTo>
                <a:cubicBezTo>
                  <a:pt x="283513" y="245346"/>
                  <a:pt x="283513" y="245346"/>
                  <a:pt x="283513" y="245346"/>
                </a:cubicBezTo>
                <a:cubicBezTo>
                  <a:pt x="296898" y="221067"/>
                  <a:pt x="305415" y="192954"/>
                  <a:pt x="305415" y="162286"/>
                </a:cubicBezTo>
                <a:cubicBezTo>
                  <a:pt x="305415" y="75393"/>
                  <a:pt x="233624" y="0"/>
                  <a:pt x="149666" y="0"/>
                </a:cubicBezTo>
                <a:cubicBezTo>
                  <a:pt x="66924" y="0"/>
                  <a:pt x="0" y="70281"/>
                  <a:pt x="0" y="158453"/>
                </a:cubicBezTo>
                <a:cubicBezTo>
                  <a:pt x="0" y="245346"/>
                  <a:pt x="71791" y="320739"/>
                  <a:pt x="154533" y="320739"/>
                </a:cubicBezTo>
                <a:cubicBezTo>
                  <a:pt x="182519" y="320739"/>
                  <a:pt x="208072" y="313071"/>
                  <a:pt x="231191" y="299015"/>
                </a:cubicBezTo>
                <a:cubicBezTo>
                  <a:pt x="323667" y="396131"/>
                  <a:pt x="323667" y="396131"/>
                  <a:pt x="323667" y="396131"/>
                </a:cubicBezTo>
                <a:cubicBezTo>
                  <a:pt x="332185" y="406354"/>
                  <a:pt x="346786" y="406354"/>
                  <a:pt x="356520" y="396131"/>
                </a:cubicBezTo>
                <a:cubicBezTo>
                  <a:pt x="378423" y="371852"/>
                  <a:pt x="378423" y="371852"/>
                  <a:pt x="378423" y="371852"/>
                </a:cubicBezTo>
                <a:cubicBezTo>
                  <a:pt x="388157" y="362907"/>
                  <a:pt x="384507" y="351407"/>
                  <a:pt x="375989" y="341184"/>
                </a:cubicBezTo>
                <a:close/>
                <a:moveTo>
                  <a:pt x="46238" y="158453"/>
                </a:moveTo>
                <a:cubicBezTo>
                  <a:pt x="46238" y="97116"/>
                  <a:pt x="92476" y="48558"/>
                  <a:pt x="149666" y="48558"/>
                </a:cubicBezTo>
                <a:cubicBezTo>
                  <a:pt x="208072" y="48558"/>
                  <a:pt x="259177" y="102227"/>
                  <a:pt x="259177" y="162286"/>
                </a:cubicBezTo>
                <a:cubicBezTo>
                  <a:pt x="259177" y="223622"/>
                  <a:pt x="212939" y="272181"/>
                  <a:pt x="154533" y="272181"/>
                </a:cubicBezTo>
                <a:cubicBezTo>
                  <a:pt x="97343" y="272181"/>
                  <a:pt x="46238" y="218511"/>
                  <a:pt x="46238" y="158453"/>
                </a:cubicBezTo>
                <a:close/>
              </a:path>
            </a:pathLst>
          </a:custGeom>
          <a:solidFill>
            <a:schemeClr val="bg1"/>
          </a:solidFill>
          <a:ln>
            <a:noFill/>
          </a:ln>
        </p:spPr>
        <p:txBody>
          <a:bodyPr vert="horz" wrap="square" lIns="79396" tIns="39698" rIns="79396" bIns="39698" numCol="1" anchor="t" anchorCtr="0"/>
          <a:lstStyle/>
          <a:p>
            <a:pPr algn="just">
              <a:lnSpc>
                <a:spcPct val="120000"/>
              </a:lnSpc>
            </a:pPr>
            <a:endParaRPr lang="en-US" sz="760">
              <a:solidFill>
                <a:srgbClr val="1D73DA"/>
              </a:solidFill>
              <a:latin typeface="方正黑体简体"/>
              <a:ea typeface="方正黑体简体"/>
            </a:endParaRPr>
          </a:p>
        </p:txBody>
      </p:sp>
      <p:sp>
        <p:nvSpPr>
          <p:cNvPr id="45" name="Freeform 21"/>
          <p:cNvSpPr/>
          <p:nvPr/>
        </p:nvSpPr>
        <p:spPr>
          <a:xfrm rot="2728210">
            <a:off x="8627819" y="3353807"/>
            <a:ext cx="472102" cy="483669"/>
          </a:xfrm>
          <a:custGeom>
            <a:avLst/>
            <a:gdLst/>
            <a:ahLst/>
            <a:cxnLst/>
            <a:rect l="0" t="0" r="r" b="b"/>
            <a:pathLst>
              <a:path w="472102" h="483669">
                <a:moveTo>
                  <a:pt x="288724" y="314645"/>
                </a:moveTo>
                <a:cubicBezTo>
                  <a:pt x="288724" y="314645"/>
                  <a:pt x="472102" y="182026"/>
                  <a:pt x="452594" y="29904"/>
                </a:cubicBezTo>
                <a:cubicBezTo>
                  <a:pt x="451293" y="27304"/>
                  <a:pt x="449993" y="24704"/>
                  <a:pt x="448692" y="23403"/>
                </a:cubicBezTo>
                <a:cubicBezTo>
                  <a:pt x="447391" y="22103"/>
                  <a:pt x="446091" y="20803"/>
                  <a:pt x="442189" y="20803"/>
                </a:cubicBezTo>
                <a:cubicBezTo>
                  <a:pt x="293926" y="0"/>
                  <a:pt x="165171" y="187227"/>
                  <a:pt x="165171" y="187227"/>
                </a:cubicBezTo>
                <a:cubicBezTo>
                  <a:pt x="52022" y="174225"/>
                  <a:pt x="59826" y="196328"/>
                  <a:pt x="9104" y="319846"/>
                </a:cubicBezTo>
                <a:cubicBezTo>
                  <a:pt x="0" y="343249"/>
                  <a:pt x="15607" y="351050"/>
                  <a:pt x="32514" y="344549"/>
                </a:cubicBezTo>
                <a:cubicBezTo>
                  <a:pt x="50722" y="338048"/>
                  <a:pt x="88438" y="323746"/>
                  <a:pt x="88438" y="323746"/>
                </a:cubicBezTo>
                <a:cubicBezTo>
                  <a:pt x="156067" y="392656"/>
                  <a:pt x="156067" y="392656"/>
                  <a:pt x="156067" y="392656"/>
                </a:cubicBezTo>
                <a:cubicBezTo>
                  <a:pt x="156067" y="392656"/>
                  <a:pt x="141761" y="431662"/>
                  <a:pt x="135258" y="449864"/>
                </a:cubicBezTo>
                <a:cubicBezTo>
                  <a:pt x="128755" y="466767"/>
                  <a:pt x="136558" y="483669"/>
                  <a:pt x="159968" y="473268"/>
                </a:cubicBezTo>
                <a:cubicBezTo>
                  <a:pt x="279620" y="421260"/>
                  <a:pt x="301729" y="429061"/>
                  <a:pt x="288724" y="314645"/>
                </a:cubicBezTo>
                <a:close/>
                <a:moveTo>
                  <a:pt x="314735" y="161223"/>
                </a:moveTo>
                <a:cubicBezTo>
                  <a:pt x="299128" y="144321"/>
                  <a:pt x="299128" y="118317"/>
                  <a:pt x="314735" y="102715"/>
                </a:cubicBezTo>
                <a:cubicBezTo>
                  <a:pt x="330341" y="87112"/>
                  <a:pt x="356352" y="87112"/>
                  <a:pt x="371959" y="102715"/>
                </a:cubicBezTo>
                <a:cubicBezTo>
                  <a:pt x="386265" y="118317"/>
                  <a:pt x="386265" y="144321"/>
                  <a:pt x="371959" y="161223"/>
                </a:cubicBezTo>
                <a:cubicBezTo>
                  <a:pt x="356352" y="176825"/>
                  <a:pt x="330341" y="176825"/>
                  <a:pt x="314735" y="161223"/>
                </a:cubicBezTo>
                <a:close/>
              </a:path>
            </a:pathLst>
          </a:custGeom>
          <a:solidFill>
            <a:schemeClr val="bg1"/>
          </a:solidFill>
          <a:ln>
            <a:noFill/>
          </a:ln>
        </p:spPr>
        <p:txBody>
          <a:bodyPr vert="horz" wrap="square" lIns="79396" tIns="39698" rIns="79396" bIns="39698" numCol="1" anchor="t" anchorCtr="0"/>
          <a:lstStyle/>
          <a:p>
            <a:pPr algn="just">
              <a:lnSpc>
                <a:spcPct val="120000"/>
              </a:lnSpc>
            </a:pPr>
            <a:endParaRPr lang="en-US" sz="760">
              <a:solidFill>
                <a:srgbClr val="1D73DA"/>
              </a:solidFill>
              <a:latin typeface="方正黑体简体"/>
              <a:ea typeface="方正黑体简体"/>
            </a:endParaRPr>
          </a:p>
        </p:txBody>
      </p:sp>
      <p:sp>
        <p:nvSpPr>
          <p:cNvPr id="51" name="Content Placeholder 2"/>
          <p:cNvSpPr txBox="1"/>
          <p:nvPr/>
        </p:nvSpPr>
        <p:spPr>
          <a:xfrm>
            <a:off x="1136015" y="1715770"/>
            <a:ext cx="3976370" cy="4469765"/>
          </a:xfrm>
          <a:prstGeom prst="rect">
            <a:avLst/>
          </a:prstGeom>
        </p:spPr>
        <p:txBody>
          <a:bodyPr vert="horz" wrap="square" lIns="0" tIns="0" rIns="0" bIns="0" anchor="t"/>
          <a:lstStyle>
            <a:lvl1pPr marL="0" lvl="0" indent="0" algn="r" defTabSz="457200">
              <a:spcBef>
                <a:spcPct val="20000"/>
              </a:spcBef>
              <a:spcAft>
                <a:spcPts val="600"/>
              </a:spcAft>
              <a:buClr>
                <a:schemeClr val="accent1">
                  <a:lumMod val="75000"/>
                </a:schemeClr>
              </a:buClr>
              <a:buFont typeface="Arial" panose="020B0604020202020204"/>
              <a:buNone/>
              <a:defRPr sz="2100" kern="1200">
                <a:solidFill>
                  <a:schemeClr val="tx1"/>
                </a:solidFill>
                <a:latin typeface="Calibri" panose="020F0502020204030204"/>
                <a:ea typeface="等线" panose="02010600030101010101" charset="-122"/>
              </a:defRPr>
            </a:lvl1pPr>
            <a:lvl2pPr marL="457200" lvl="1" indent="0" algn="ctr" defTabSz="457200">
              <a:spcBef>
                <a:spcPct val="20000"/>
              </a:spcBef>
              <a:spcAft>
                <a:spcPts val="600"/>
              </a:spcAft>
              <a:buClr>
                <a:schemeClr val="accent1">
                  <a:lumMod val="75000"/>
                </a:schemeClr>
              </a:buClr>
              <a:buFont typeface="Arial" panose="020B0604020202020204"/>
              <a:buNone/>
              <a:defRPr sz="2000" kern="1200">
                <a:solidFill>
                  <a:schemeClr val="tx1">
                    <a:tint val="75000"/>
                  </a:schemeClr>
                </a:solidFill>
                <a:latin typeface="Calibri" panose="020F0502020204030204"/>
                <a:ea typeface="等线" panose="02010600030101010101" charset="-122"/>
              </a:defRPr>
            </a:lvl2pPr>
            <a:lvl3pPr marL="914400" lvl="2" indent="0" algn="ctr" defTabSz="457200">
              <a:spcBef>
                <a:spcPct val="20000"/>
              </a:spcBef>
              <a:spcAft>
                <a:spcPts val="600"/>
              </a:spcAft>
              <a:buClr>
                <a:schemeClr val="accent1">
                  <a:lumMod val="75000"/>
                </a:schemeClr>
              </a:buClr>
              <a:buFont typeface="Arial" panose="020B0604020202020204"/>
              <a:buNone/>
              <a:defRPr sz="1800" kern="1200">
                <a:solidFill>
                  <a:schemeClr val="tx1">
                    <a:tint val="75000"/>
                  </a:schemeClr>
                </a:solidFill>
                <a:latin typeface="Calibri" panose="020F0502020204030204"/>
                <a:ea typeface="等线" panose="02010600030101010101" charset="-122"/>
              </a:defRPr>
            </a:lvl3pPr>
            <a:lvl4pPr marL="1371600" lvl="3" indent="0" algn="ctr" defTabSz="457200">
              <a:spcBef>
                <a:spcPct val="20000"/>
              </a:spcBef>
              <a:spcAft>
                <a:spcPts val="600"/>
              </a:spcAft>
              <a:buClr>
                <a:schemeClr val="accent1">
                  <a:lumMod val="75000"/>
                </a:schemeClr>
              </a:buClr>
              <a:buFont typeface="Arial" panose="020B0604020202020204"/>
              <a:buNone/>
              <a:defRPr sz="1600" kern="1200">
                <a:solidFill>
                  <a:schemeClr val="tx1">
                    <a:tint val="75000"/>
                  </a:schemeClr>
                </a:solidFill>
                <a:latin typeface="Calibri" panose="020F0502020204030204"/>
                <a:ea typeface="等线" panose="02010600030101010101" charset="-122"/>
              </a:defRPr>
            </a:lvl4pPr>
            <a:lvl5pPr marL="1828800" lvl="4"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5pPr>
            <a:lvl6pPr marL="2286000" lvl="5"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6pPr>
            <a:lvl7pPr marL="2743200" lvl="6"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7pPr>
            <a:lvl8pPr marL="3200400" lvl="7"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8pPr>
            <a:lvl9pPr marL="3657600" lvl="8"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9pPr>
          </a:lstStyle>
          <a:p>
            <a:pPr algn="l">
              <a:spcBef>
                <a:spcPts val="0"/>
              </a:spcBef>
              <a:spcAft>
                <a:spcPts val="0"/>
              </a:spcAft>
            </a:pPr>
            <a:r>
              <a:rPr lang="zh-CN" sz="1800">
                <a:solidFill>
                  <a:srgbClr val="1D73DA"/>
                </a:solidFill>
                <a:latin typeface="方正黑体简体"/>
                <a:ea typeface="方正黑体简体"/>
              </a:rPr>
              <a:t>   </a:t>
            </a:r>
            <a:r>
              <a:rPr lang="zh-CN" sz="1800">
                <a:solidFill>
                  <a:srgbClr val="1D73DA"/>
                </a:solidFill>
                <a:latin typeface="+mn-lt"/>
                <a:ea typeface="+mn-lt"/>
                <a:cs typeface="+mn-lt"/>
              </a:rPr>
              <a:t>   </a:t>
            </a:r>
            <a:r>
              <a:rPr lang="zh-CN" sz="2400">
                <a:solidFill>
                  <a:srgbClr val="1D73DA"/>
                </a:solidFill>
                <a:latin typeface="+mn-lt"/>
                <a:ea typeface="+mn-lt"/>
                <a:cs typeface="+mn-lt"/>
              </a:rPr>
              <a:t>大学生在用完上述各类书籍后面临着如何处理书籍的问题，当前大学设置的课程具有周期性特点，相同教材可以在相同专业几年内循环使用。二手交易平台的出现不仅能够有效整合和优化信息，而且还提高了买卖双方发布和获取信息的效率。</a:t>
            </a:r>
          </a:p>
        </p:txBody>
      </p:sp>
      <p:sp>
        <p:nvSpPr>
          <p:cNvPr id="27" name="Content Placeholder 2"/>
          <p:cNvSpPr txBox="1"/>
          <p:nvPr/>
        </p:nvSpPr>
        <p:spPr>
          <a:xfrm>
            <a:off x="7195185" y="1612265"/>
            <a:ext cx="4117340" cy="1833245"/>
          </a:xfrm>
          <a:prstGeom prst="rect">
            <a:avLst/>
          </a:prstGeom>
          <a:ln w="12700">
            <a:solidFill>
              <a:schemeClr val="bg1"/>
            </a:solidFill>
            <a:prstDash val="solid"/>
          </a:ln>
        </p:spPr>
        <p:txBody>
          <a:bodyPr vert="horz" wrap="square" lIns="0" tIns="0" rIns="0" bIns="0" anchor="t"/>
          <a:lstStyle>
            <a:lvl1pPr marL="0" lvl="0" indent="0" algn="r" defTabSz="457200">
              <a:spcBef>
                <a:spcPct val="20000"/>
              </a:spcBef>
              <a:spcAft>
                <a:spcPts val="600"/>
              </a:spcAft>
              <a:buClr>
                <a:schemeClr val="accent1">
                  <a:lumMod val="75000"/>
                </a:schemeClr>
              </a:buClr>
              <a:buFont typeface="Arial" panose="020B0604020202020204"/>
              <a:buNone/>
              <a:defRPr sz="2100" kern="1200">
                <a:solidFill>
                  <a:schemeClr val="tx1"/>
                </a:solidFill>
                <a:latin typeface="Calibri" panose="020F0502020204030204"/>
                <a:ea typeface="等线" panose="02010600030101010101" charset="-122"/>
              </a:defRPr>
            </a:lvl1pPr>
            <a:lvl2pPr marL="457200" lvl="1" indent="0" algn="ctr" defTabSz="457200">
              <a:spcBef>
                <a:spcPct val="20000"/>
              </a:spcBef>
              <a:spcAft>
                <a:spcPts val="600"/>
              </a:spcAft>
              <a:buClr>
                <a:schemeClr val="accent1">
                  <a:lumMod val="75000"/>
                </a:schemeClr>
              </a:buClr>
              <a:buFont typeface="Arial" panose="020B0604020202020204"/>
              <a:buNone/>
              <a:defRPr sz="2000" kern="1200">
                <a:solidFill>
                  <a:schemeClr val="tx1">
                    <a:tint val="75000"/>
                  </a:schemeClr>
                </a:solidFill>
                <a:latin typeface="Calibri" panose="020F0502020204030204"/>
                <a:ea typeface="等线" panose="02010600030101010101" charset="-122"/>
              </a:defRPr>
            </a:lvl2pPr>
            <a:lvl3pPr marL="914400" lvl="2" indent="0" algn="ctr" defTabSz="457200">
              <a:spcBef>
                <a:spcPct val="20000"/>
              </a:spcBef>
              <a:spcAft>
                <a:spcPts val="600"/>
              </a:spcAft>
              <a:buClr>
                <a:schemeClr val="accent1">
                  <a:lumMod val="75000"/>
                </a:schemeClr>
              </a:buClr>
              <a:buFont typeface="Arial" panose="020B0604020202020204"/>
              <a:buNone/>
              <a:defRPr sz="1800" kern="1200">
                <a:solidFill>
                  <a:schemeClr val="tx1">
                    <a:tint val="75000"/>
                  </a:schemeClr>
                </a:solidFill>
                <a:latin typeface="Calibri" panose="020F0502020204030204"/>
                <a:ea typeface="等线" panose="02010600030101010101" charset="-122"/>
              </a:defRPr>
            </a:lvl3pPr>
            <a:lvl4pPr marL="1371600" lvl="3" indent="0" algn="ctr" defTabSz="457200">
              <a:spcBef>
                <a:spcPct val="20000"/>
              </a:spcBef>
              <a:spcAft>
                <a:spcPts val="600"/>
              </a:spcAft>
              <a:buClr>
                <a:schemeClr val="accent1">
                  <a:lumMod val="75000"/>
                </a:schemeClr>
              </a:buClr>
              <a:buFont typeface="Arial" panose="020B0604020202020204"/>
              <a:buNone/>
              <a:defRPr sz="1600" kern="1200">
                <a:solidFill>
                  <a:schemeClr val="tx1">
                    <a:tint val="75000"/>
                  </a:schemeClr>
                </a:solidFill>
                <a:latin typeface="Calibri" panose="020F0502020204030204"/>
                <a:ea typeface="等线" panose="02010600030101010101" charset="-122"/>
              </a:defRPr>
            </a:lvl4pPr>
            <a:lvl5pPr marL="1828800" lvl="4"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5pPr>
            <a:lvl6pPr marL="2286000" lvl="5"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6pPr>
            <a:lvl7pPr marL="2743200" lvl="6"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7pPr>
            <a:lvl8pPr marL="3200400" lvl="7"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8pPr>
            <a:lvl9pPr marL="3657600" lvl="8" indent="0" algn="ctr" defTabSz="457200">
              <a:spcBef>
                <a:spcPct val="20000"/>
              </a:spcBef>
              <a:spcAft>
                <a:spcPts val="600"/>
              </a:spcAft>
              <a:buClr>
                <a:schemeClr val="accent1">
                  <a:lumMod val="75000"/>
                </a:schemeClr>
              </a:buClr>
              <a:buFont typeface="Arial" panose="020B0604020202020204"/>
              <a:buNone/>
              <a:defRPr sz="1400" kern="1200">
                <a:solidFill>
                  <a:schemeClr val="tx1">
                    <a:tint val="75000"/>
                  </a:schemeClr>
                </a:solidFill>
                <a:latin typeface="Calibri" panose="020F0502020204030204"/>
                <a:ea typeface="等线" panose="02010600030101010101" charset="-122"/>
              </a:defRPr>
            </a:lvl9pPr>
          </a:lstStyle>
          <a:p>
            <a:pPr algn="just">
              <a:lnSpc>
                <a:spcPct val="120000"/>
              </a:lnSpc>
              <a:spcBef>
                <a:spcPts val="0"/>
              </a:spcBef>
              <a:spcAft>
                <a:spcPts val="0"/>
              </a:spcAft>
            </a:pPr>
            <a:r>
              <a:rPr lang="zh-CN" sz="2000" b="1">
                <a:solidFill>
                  <a:srgbClr val="1D73DA"/>
                </a:solidFill>
                <a:latin typeface="方正黑体简体"/>
                <a:ea typeface="方正黑体简体"/>
              </a:rPr>
              <a:t>   </a:t>
            </a:r>
            <a:r>
              <a:rPr lang="zh-CN" sz="2000" b="1">
                <a:solidFill>
                  <a:srgbClr val="1D73DA"/>
                </a:solidFill>
                <a:latin typeface="+mn-lt"/>
                <a:ea typeface="+mn-lt"/>
                <a:cs typeface="+mn-lt"/>
              </a:rPr>
              <a:t> </a:t>
            </a:r>
            <a:r>
              <a:rPr lang="zh-CN" sz="2400" b="1">
                <a:solidFill>
                  <a:srgbClr val="1D73DA"/>
                </a:solidFill>
                <a:latin typeface="+mn-lt"/>
                <a:ea typeface="+mn-lt"/>
                <a:cs typeface="+mn-lt"/>
              </a:rPr>
              <a:t>  </a:t>
            </a:r>
            <a:r>
              <a:rPr lang="zh-CN" sz="2400">
                <a:solidFill>
                  <a:srgbClr val="1D73DA"/>
                </a:solidFill>
                <a:latin typeface="+mn-lt"/>
                <a:ea typeface="+mn-lt"/>
                <a:cs typeface="+mn-lt"/>
              </a:rPr>
              <a:t>独特的校园环境和巨大的消费群体是我们二手书交易系统的两大优势，目前我国具有聚集高校多，涵盖范围广，学生数量多，分布层次多，不同高校间的临界距离小等特点，很容易开展各种类型的交易活动。而且学生的数量具有绝对优势和相对稳定性。</a:t>
            </a:r>
          </a:p>
        </p:txBody>
      </p:sp>
      <p:sp>
        <p:nvSpPr>
          <p:cNvPr id="35" name="矩形 34"/>
          <p:cNvSpPr/>
          <p:nvPr/>
        </p:nvSpPr>
        <p:spPr>
          <a:xfrm>
            <a:off x="4747247" y="540713"/>
            <a:ext cx="2954655" cy="1047979"/>
          </a:xfrm>
          <a:prstGeom prst="rect">
            <a:avLst/>
          </a:prstGeom>
        </p:spPr>
        <p:txBody>
          <a:bodyPr wrap="none">
            <a:spAutoFit/>
          </a:bodyPr>
          <a:lstStyle/>
          <a:p>
            <a:pPr>
              <a:lnSpc>
                <a:spcPct val="120000"/>
              </a:lnSpc>
            </a:pPr>
            <a:r>
              <a:rPr lang="zh-CN" sz="5400">
                <a:solidFill>
                  <a:srgbClr val="1D73DA"/>
                </a:solidFill>
                <a:latin typeface="华文行楷" panose="02010800040101010101" charset="-122"/>
                <a:ea typeface="华文行楷" panose="02010800040101010101" charset="-122"/>
              </a:rPr>
              <a:t>行业分析</a:t>
            </a:r>
            <a:endParaRPr lang="en-US" sz="5400">
              <a:solidFill>
                <a:srgbClr val="1D73DA"/>
              </a:solidFill>
              <a:latin typeface="华文行楷" panose="02010800040101010101" charset="-122"/>
              <a:ea typeface="华文行楷" panose="020108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500" fill="hold"/>
                                        <p:tgtEl>
                                          <p:spTgt spid="36"/>
                                        </p:tgtEl>
                                        <p:attrNameLst>
                                          <p:attrName>ppt_x</p:attrName>
                                        </p:attrNameLst>
                                      </p:cBhvr>
                                      <p:tavLst>
                                        <p:tav tm="0">
                                          <p:val>
                                            <p:strVal val="0-#ppt_w/2"/>
                                          </p:val>
                                        </p:tav>
                                        <p:tav tm="100000">
                                          <p:val>
                                            <p:strVal val="#ppt_x"/>
                                          </p:val>
                                        </p:tav>
                                      </p:tavLst>
                                    </p:anim>
                                    <p:anim calcmode="lin" valueType="num">
                                      <p:cBhvr additive="base">
                                        <p:cTn id="8" dur="1500" fill="hold"/>
                                        <p:tgtEl>
                                          <p:spTgt spid="36"/>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ID="10" presetClass="entr" presetSubtype="0" fill="hold" nodeType="after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par>
                          <p:cTn id="13" fill="hold">
                            <p:stCondLst>
                              <p:cond delay="2000"/>
                            </p:stCondLst>
                            <p:childTnLst>
                              <p:par>
                                <p:cTn id="14" presetID="10" presetClass="entr" presetSubtype="0" fill="hold" nodeType="after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childTnLst>
                          </p:cTn>
                        </p:par>
                        <p:par>
                          <p:cTn id="17" fill="hold">
                            <p:stCondLst>
                              <p:cond delay="2500"/>
                            </p:stCondLst>
                            <p:childTnLst>
                              <p:par>
                                <p:cTn id="18" presetID="10" presetClass="entr" presetSubtype="0" fill="hold" nodeType="after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500"/>
                                        <p:tgtEl>
                                          <p:spTgt spid="42"/>
                                        </p:tgtEl>
                                      </p:cBhvr>
                                    </p:animEffect>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fade">
                                      <p:cBhvr>
                                        <p:cTn id="24" dur="500"/>
                                        <p:tgtEl>
                                          <p:spTgt spid="45"/>
                                        </p:tgtEl>
                                      </p:cBhvr>
                                    </p:animEffect>
                                  </p:childTnLst>
                                </p:cTn>
                              </p:par>
                            </p:childTnLst>
                          </p:cTn>
                        </p:par>
                        <p:par>
                          <p:cTn id="25" fill="hold">
                            <p:stCondLst>
                              <p:cond delay="3500"/>
                            </p:stCondLst>
                            <p:childTnLst>
                              <p:par>
                                <p:cTn id="26" presetID="10" presetClass="entr" presetSubtype="0" fill="hold" nodeType="after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fade">
                                      <p:cBhvr>
                                        <p:cTn id="28" dur="500"/>
                                        <p:tgtEl>
                                          <p:spTgt spid="5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0234" y="857747"/>
            <a:ext cx="4242464" cy="5234608"/>
          </a:xfrm>
          <a:prstGeom prst="rect">
            <a:avLst/>
          </a:prstGeom>
          <a:blipFill dpi="0" rotWithShape="1">
            <a:blip r:embed="rId3">
              <a:extLst>
                <a:ext uri="{28A0092B-C50C-407E-A947-70E740481C1C}">
                  <a14:useLocalDpi xmlns:a14="http://schemas.microsoft.com/office/drawing/2010/main" val="0"/>
                </a:ext>
              </a:extLst>
            </a:blip>
            <a:srcRect/>
            <a:stretch>
              <a:fillRect l="-4000" r="-2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Calibri" panose="020F0502020204030204"/>
              <a:ea typeface="等线" panose="02010600030101010101" charset="-122"/>
              <a:cs typeface="+mn-cs"/>
            </a:endParaRPr>
          </a:p>
        </p:txBody>
      </p:sp>
      <p:sp>
        <p:nvSpPr>
          <p:cNvPr id="17" name="矩形 16"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874307" y="1266880"/>
            <a:ext cx="3928810" cy="76944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竞争对比分析</a:t>
            </a:r>
          </a:p>
        </p:txBody>
      </p:sp>
      <p:sp>
        <p:nvSpPr>
          <p:cNvPr id="26" name="矩形 25"/>
          <p:cNvSpPr/>
          <p:nvPr/>
        </p:nvSpPr>
        <p:spPr>
          <a:xfrm>
            <a:off x="5991670" y="2524678"/>
            <a:ext cx="794343" cy="794343"/>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02</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28" name="矩形 27"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874307" y="2549580"/>
            <a:ext cx="3837994" cy="76944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行业竞争格局</a:t>
            </a:r>
          </a:p>
        </p:txBody>
      </p:sp>
      <p:sp>
        <p:nvSpPr>
          <p:cNvPr id="31" name="矩形 30"/>
          <p:cNvSpPr/>
          <p:nvPr/>
        </p:nvSpPr>
        <p:spPr>
          <a:xfrm>
            <a:off x="5991669" y="3798396"/>
            <a:ext cx="794343" cy="794343"/>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03</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33" name="矩形 32"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874306" y="3832280"/>
            <a:ext cx="3749701" cy="76944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主要竞争态势</a:t>
            </a:r>
          </a:p>
        </p:txBody>
      </p:sp>
      <p:sp>
        <p:nvSpPr>
          <p:cNvPr id="42" name="矩形 41"/>
          <p:cNvSpPr/>
          <p:nvPr/>
        </p:nvSpPr>
        <p:spPr>
          <a:xfrm>
            <a:off x="5995598" y="5072114"/>
            <a:ext cx="794343" cy="794343"/>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04</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pic>
        <p:nvPicPr>
          <p:cNvPr id="23" name="图片 22"/>
          <p:cNvPicPr>
            <a:picLocks noChangeAspect="1"/>
          </p:cNvPicPr>
          <p:nvPr/>
        </p:nvPicPr>
        <p:blipFill>
          <a:blip r:embed="rId4" cstate="print">
            <a:biLevel thresh="75000"/>
            <a:extLst>
              <a:ext uri="{28A0092B-C50C-407E-A947-70E740481C1C}">
                <a14:useLocalDpi xmlns:a14="http://schemas.microsoft.com/office/drawing/2010/main" val="0"/>
              </a:ext>
            </a:extLst>
          </a:blip>
          <a:stretch>
            <a:fillRect/>
          </a:stretch>
        </p:blipFill>
        <p:spPr>
          <a:xfrm>
            <a:off x="908778" y="1182552"/>
            <a:ext cx="3693758" cy="2922269"/>
          </a:xfrm>
          <a:prstGeom prst="rect">
            <a:avLst/>
          </a:prstGeom>
        </p:spPr>
      </p:pic>
      <p:cxnSp>
        <p:nvCxnSpPr>
          <p:cNvPr id="20" name="直接连接符 19"/>
          <p:cNvCxnSpPr/>
          <p:nvPr/>
        </p:nvCxnSpPr>
        <p:spPr>
          <a:xfrm>
            <a:off x="3069230" y="3925185"/>
            <a:ext cx="296269"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908777" y="2973841"/>
            <a:ext cx="3625516" cy="52322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04040"/>
                </a:solidFill>
                <a:effectLst/>
                <a:uLnTx/>
                <a:uFillTx/>
                <a:latin typeface="Calibri" panose="020F0502020204030204"/>
                <a:ea typeface="等线" panose="02010600030101010101" charset="-122"/>
                <a:cs typeface="+mn-cs"/>
              </a:rPr>
              <a:t> </a:t>
            </a:r>
            <a:r>
              <a:rPr kumimoji="0" lang="en-US" altLang="zh-CN" sz="2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rPr>
              <a:t>Competitive analysis</a:t>
            </a:r>
            <a:endParaRPr kumimoji="0" lang="zh-CN" altLang="en-US" sz="2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22" name="矩形 21"/>
          <p:cNvSpPr/>
          <p:nvPr/>
        </p:nvSpPr>
        <p:spPr>
          <a:xfrm>
            <a:off x="1244336" y="2036321"/>
            <a:ext cx="3101419" cy="830997"/>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竞争分析</a:t>
            </a:r>
            <a:endParaRPr kumimoji="0" lang="en-US" altLang="zh-CN" sz="4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30" name="矩形 29"/>
          <p:cNvSpPr/>
          <p:nvPr/>
        </p:nvSpPr>
        <p:spPr>
          <a:xfrm>
            <a:off x="5991669" y="1209161"/>
            <a:ext cx="794343" cy="794343"/>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01</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3" name="文本框 2"/>
          <p:cNvSpPr txBox="1"/>
          <p:nvPr/>
        </p:nvSpPr>
        <p:spPr>
          <a:xfrm>
            <a:off x="6874306" y="5072114"/>
            <a:ext cx="3837995"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rPr>
              <a:t>产品竞争分析</a:t>
            </a:r>
          </a:p>
        </p:txBody>
      </p:sp>
    </p:spTree>
  </p:cSld>
  <p:clrMapOvr>
    <a:masterClrMapping/>
  </p:clrMapOvr>
  <mc:AlternateContent xmlns:mc="http://schemas.openxmlformats.org/markup-compatibility/2006" xmlns:p14="http://schemas.microsoft.com/office/powerpoint/2010/main">
    <mc:Choice Requires="p14">
      <p:transition spd="slow" p14:dur="2500" advTm="3000">
        <p14:shred/>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750"/>
                                        <p:tgtEl>
                                          <p:spTgt spid="22"/>
                                        </p:tgtEl>
                                      </p:cBhvr>
                                    </p:animEffect>
                                  </p:childTnLst>
                                </p:cTn>
                              </p:par>
                            </p:childTnLst>
                          </p:cTn>
                        </p:par>
                        <p:par>
                          <p:cTn id="8" fill="hold">
                            <p:stCondLst>
                              <p:cond delay="1000"/>
                            </p:stCondLst>
                            <p:childTnLst>
                              <p:par>
                                <p:cTn id="9" presetID="16" presetClass="entr" presetSubtype="2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1339" y="593889"/>
            <a:ext cx="3553906" cy="584775"/>
          </a:xfrm>
          <a:prstGeom prst="rect">
            <a:avLst/>
          </a:prstGeom>
          <a:noFill/>
        </p:spPr>
        <p:txBody>
          <a:bodyPr wrap="square">
            <a:spAutoFit/>
          </a:bodyPr>
          <a:lstStyle/>
          <a:p>
            <a:r>
              <a:rPr lang="zh-CN" sz="3200">
                <a:solidFill>
                  <a:schemeClr val="accent6">
                    <a:lumMod val="75000"/>
                  </a:schemeClr>
                </a:solidFill>
                <a:latin typeface="华文行楷" panose="02010800040101010101" charset="-122"/>
                <a:ea typeface="华文行楷" panose="02010800040101010101" charset="-122"/>
              </a:rPr>
              <a:t>竞争对比分析</a:t>
            </a:r>
          </a:p>
        </p:txBody>
      </p:sp>
      <p:graphicFrame>
        <p:nvGraphicFramePr>
          <p:cNvPr id="3" name="表格 2"/>
          <p:cNvGraphicFramePr/>
          <p:nvPr>
            <p:custDataLst>
              <p:tags r:id="rId1"/>
            </p:custDataLst>
          </p:nvPr>
        </p:nvGraphicFramePr>
        <p:xfrm>
          <a:off x="678731" y="1131216"/>
          <a:ext cx="11041931" cy="5143343"/>
        </p:xfrm>
        <a:graphic>
          <a:graphicData uri="http://schemas.openxmlformats.org/drawingml/2006/table">
            <a:tbl>
              <a:tblPr firstRow="1" firstCol="1" bandRow="1">
                <a:tableStyleId>{5C22544A-7EE6-4342-B048-85BDC9FD1C3A}</a:tableStyleId>
              </a:tblPr>
              <a:tblGrid>
                <a:gridCol w="1966815">
                  <a:extLst>
                    <a:ext uri="{9D8B030D-6E8A-4147-A177-3AD203B41FA5}">
                      <a16:colId xmlns:a16="http://schemas.microsoft.com/office/drawing/2014/main" val="20000"/>
                    </a:ext>
                  </a:extLst>
                </a:gridCol>
                <a:gridCol w="5360284">
                  <a:extLst>
                    <a:ext uri="{9D8B030D-6E8A-4147-A177-3AD203B41FA5}">
                      <a16:colId xmlns:a16="http://schemas.microsoft.com/office/drawing/2014/main" val="20001"/>
                    </a:ext>
                  </a:extLst>
                </a:gridCol>
                <a:gridCol w="3714832">
                  <a:extLst>
                    <a:ext uri="{9D8B030D-6E8A-4147-A177-3AD203B41FA5}">
                      <a16:colId xmlns:a16="http://schemas.microsoft.com/office/drawing/2014/main" val="20002"/>
                    </a:ext>
                  </a:extLst>
                </a:gridCol>
              </a:tblGrid>
              <a:tr h="351473">
                <a:tc>
                  <a:txBody>
                    <a:bodyPr/>
                    <a:lstStyle/>
                    <a:p>
                      <a:pPr indent="304800" algn="just">
                        <a:lnSpc>
                          <a:spcPct val="150000"/>
                        </a:lnSpc>
                      </a:pPr>
                      <a:r>
                        <a:rPr lang="zh-CN" sz="1600" kern="0"/>
                        <a:t>软件名称</a:t>
                      </a:r>
                      <a:endParaRPr lang="zh-CN" sz="1600" kern="100">
                        <a:latin typeface="等线" panose="02010600030101010101" charset="-122"/>
                        <a:ea typeface="等线" panose="02010600030101010101" charset="-122"/>
                      </a:endParaRPr>
                    </a:p>
                  </a:txBody>
                  <a:tcPr marL="21290" marR="21290" marT="0" marB="0" anchor="ctr"/>
                </a:tc>
                <a:tc>
                  <a:txBody>
                    <a:bodyPr/>
                    <a:lstStyle/>
                    <a:p>
                      <a:pPr indent="304800" algn="just">
                        <a:lnSpc>
                          <a:spcPct val="150000"/>
                        </a:lnSpc>
                      </a:pPr>
                      <a:r>
                        <a:rPr lang="zh-CN" sz="1600" kern="0"/>
                        <a:t>已有功能</a:t>
                      </a:r>
                      <a:endParaRPr lang="zh-CN" sz="1600" kern="100">
                        <a:latin typeface="等线" panose="02010600030101010101" charset="-122"/>
                        <a:ea typeface="等线" panose="02010600030101010101" charset="-122"/>
                      </a:endParaRPr>
                    </a:p>
                  </a:txBody>
                  <a:tcPr marL="21290" marR="21290" marT="0" marB="0"/>
                </a:tc>
                <a:tc>
                  <a:txBody>
                    <a:bodyPr/>
                    <a:lstStyle/>
                    <a:p>
                      <a:pPr indent="304800" algn="just">
                        <a:lnSpc>
                          <a:spcPct val="150000"/>
                        </a:lnSpc>
                      </a:pPr>
                      <a:r>
                        <a:rPr lang="zh-CN" sz="1600" kern="0"/>
                        <a:t>缺陷</a:t>
                      </a:r>
                      <a:endParaRPr lang="zh-CN" sz="1600" kern="100">
                        <a:latin typeface="等线" panose="02010600030101010101" charset="-122"/>
                        <a:ea typeface="等线" panose="02010600030101010101" charset="-122"/>
                      </a:endParaRPr>
                    </a:p>
                  </a:txBody>
                  <a:tcPr marL="21290" marR="21290" marT="0" marB="0"/>
                </a:tc>
                <a:extLst>
                  <a:ext uri="{0D108BD9-81ED-4DB2-BD59-A6C34878D82A}">
                    <a16:rowId xmlns:a16="http://schemas.microsoft.com/office/drawing/2014/main" val="10000"/>
                  </a:ext>
                </a:extLst>
              </a:tr>
              <a:tr h="1656437">
                <a:tc>
                  <a:txBody>
                    <a:bodyPr/>
                    <a:lstStyle/>
                    <a:p>
                      <a:pPr marL="0" lvl="0" indent="304800" algn="ctr" defTabSz="914400">
                        <a:lnSpc>
                          <a:spcPct val="150000"/>
                        </a:lnSpc>
                        <a:spcBef>
                          <a:spcPts val="0"/>
                        </a:spcBef>
                        <a:spcAft>
                          <a:spcPts val="0"/>
                        </a:spcAft>
                        <a:buNone/>
                      </a:pPr>
                      <a:r>
                        <a:rPr lang="zh-CN" sz="1400" b="1" kern="0">
                          <a:solidFill>
                            <a:schemeClr val="lt1"/>
                          </a:solidFill>
                          <a:latin typeface="Calibri" panose="020F0502020204030204"/>
                          <a:ea typeface="等线" panose="02010600030101010101" charset="-122"/>
                        </a:rPr>
                        <a:t>旧书街</a:t>
                      </a:r>
                    </a:p>
                    <a:p>
                      <a:pPr marL="0" lvl="0" indent="304800" algn="ctr" defTabSz="914400">
                        <a:lnSpc>
                          <a:spcPct val="150000"/>
                        </a:lnSpc>
                        <a:spcBef>
                          <a:spcPts val="0"/>
                        </a:spcBef>
                        <a:spcAft>
                          <a:spcPts val="0"/>
                        </a:spcAft>
                        <a:buNone/>
                      </a:pPr>
                      <a:r>
                        <a:rPr lang="en-US" sz="1400" b="1" kern="0">
                          <a:solidFill>
                            <a:schemeClr val="lt1"/>
                          </a:solidFill>
                          <a:latin typeface="Calibri" panose="020F0502020204030204"/>
                          <a:ea typeface="等线" panose="02010600030101010101" charset="-122"/>
                        </a:rPr>
                        <a:t> </a:t>
                      </a:r>
                      <a:endParaRPr lang="zh-CN" sz="1400" b="1" kern="0">
                        <a:solidFill>
                          <a:schemeClr val="lt1"/>
                        </a:solidFill>
                        <a:latin typeface="Calibri" panose="020F0502020204030204"/>
                        <a:ea typeface="等线" panose="02010600030101010101" charset="-122"/>
                      </a:endParaRP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有每日推荐、月畅销、年畅销和推荐书单，推荐书单是按类排序；书友也就是用户；买书时可根据书店卖家（个人卖家、书店卖家、我关注的）、所有学校（包含省份和学校）综合排序（包含价格和成色）这几方面进行搜索；出售是可以扫码买书也可以手动输入</a:t>
                      </a:r>
                      <a:r>
                        <a:rPr lang="en-US" sz="1200" kern="0">
                          <a:solidFill>
                            <a:srgbClr val="002060"/>
                          </a:solidFill>
                          <a:latin typeface="Calibri" panose="020F0502020204030204"/>
                          <a:ea typeface="等线" panose="02010600030101010101" charset="-122"/>
                        </a:rPr>
                        <a:t>ISBN</a:t>
                      </a:r>
                      <a:r>
                        <a:rPr lang="zh-CN" sz="1200" kern="0">
                          <a:solidFill>
                            <a:srgbClr val="002060"/>
                          </a:solidFill>
                          <a:latin typeface="Calibri" panose="020F0502020204030204"/>
                          <a:ea typeface="等线" panose="02010600030101010101" charset="-122"/>
                        </a:rPr>
                        <a:t>，出售流程是卖家实名认证，发布书籍，买家下单支付填写信息，确认收货后卖家在个人账户余额中进行体现。</a:t>
                      </a:r>
                    </a:p>
                  </a:txBody>
                  <a:tcPr marL="21290" marR="21290" marT="0" marB="0"/>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提现金额不能少于</a:t>
                      </a:r>
                      <a:r>
                        <a:rPr lang="en-US" sz="1200" kern="0">
                          <a:solidFill>
                            <a:srgbClr val="002060"/>
                          </a:solidFill>
                          <a:latin typeface="Calibri" panose="020F0502020204030204"/>
                          <a:ea typeface="等线" panose="02010600030101010101" charset="-122"/>
                        </a:rPr>
                        <a:t>10</a:t>
                      </a:r>
                      <a:r>
                        <a:rPr lang="zh-CN" sz="1200" kern="0">
                          <a:solidFill>
                            <a:srgbClr val="002060"/>
                          </a:solidFill>
                          <a:latin typeface="Calibri" panose="020F0502020204030204"/>
                          <a:ea typeface="等线" panose="02010600030101010101" charset="-122"/>
                        </a:rPr>
                        <a:t>元</a:t>
                      </a:r>
                    </a:p>
                  </a:txBody>
                  <a:tcPr marL="21290" marR="21290" marT="0" marB="0" anchor="ctr"/>
                </a:tc>
                <a:extLst>
                  <a:ext uri="{0D108BD9-81ED-4DB2-BD59-A6C34878D82A}">
                    <a16:rowId xmlns:a16="http://schemas.microsoft.com/office/drawing/2014/main" val="10001"/>
                  </a:ext>
                </a:extLst>
              </a:tr>
              <a:tr h="941455">
                <a:tc>
                  <a:txBody>
                    <a:bodyPr/>
                    <a:lstStyle/>
                    <a:p>
                      <a:pPr marL="0" indent="304800" algn="ctr" defTabSz="914400">
                        <a:lnSpc>
                          <a:spcPct val="150000"/>
                        </a:lnSpc>
                      </a:pPr>
                      <a:r>
                        <a:rPr lang="zh-CN" sz="1400" b="1" kern="0">
                          <a:solidFill>
                            <a:schemeClr val="lt1"/>
                          </a:solidFill>
                          <a:latin typeface="Calibri" panose="020F0502020204030204"/>
                          <a:ea typeface="等线" panose="02010600030101010101" charset="-122"/>
                        </a:rPr>
                        <a:t>校一校</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有广告页面，分为闲置物品和同校物品；可分享日常、故事、心情等；可发布二手物品。可显示你的订单详情、可进行评论与点赞，还会收到一些系统消息；可收藏商品、添加好友、还有帮助中心并可修改个人信息。</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无人工客服</a:t>
                      </a:r>
                    </a:p>
                  </a:txBody>
                  <a:tcPr marL="21290" marR="21290" marT="0" marB="0" anchor="ctr"/>
                </a:tc>
                <a:extLst>
                  <a:ext uri="{0D108BD9-81ED-4DB2-BD59-A6C34878D82A}">
                    <a16:rowId xmlns:a16="http://schemas.microsoft.com/office/drawing/2014/main" val="10002"/>
                  </a:ext>
                </a:extLst>
              </a:tr>
              <a:tr h="0">
                <a:tc>
                  <a:txBody>
                    <a:bodyPr/>
                    <a:lstStyle/>
                    <a:p>
                      <a:pPr marL="0" indent="304800" algn="ctr" defTabSz="914400">
                        <a:lnSpc>
                          <a:spcPct val="150000"/>
                        </a:lnSpc>
                      </a:pPr>
                      <a:r>
                        <a:rPr lang="en-US" sz="1400" b="1" kern="0">
                          <a:solidFill>
                            <a:schemeClr val="lt1"/>
                          </a:solidFill>
                          <a:latin typeface="Calibri" panose="020F0502020204030204"/>
                          <a:ea typeface="等线" panose="02010600030101010101" charset="-122"/>
                        </a:rPr>
                        <a:t> </a:t>
                      </a:r>
                      <a:r>
                        <a:rPr lang="zh-CN" sz="1400" b="1" kern="0">
                          <a:solidFill>
                            <a:schemeClr val="lt1"/>
                          </a:solidFill>
                          <a:latin typeface="Calibri" panose="020F0502020204030204"/>
                          <a:ea typeface="等线" panose="02010600030101010101" charset="-122"/>
                        </a:rPr>
                        <a:t>孔夫子</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有绝版的旧书，可分享日常，有拍卖区，可拍卖古籍、书画、各种收藏品</a:t>
                      </a:r>
                    </a:p>
                  </a:txBody>
                  <a:tcPr marL="21290" marR="21290" marT="0" marB="0"/>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价格高</a:t>
                      </a:r>
                    </a:p>
                  </a:txBody>
                  <a:tcPr marL="21290" marR="21290" marT="0" marB="0" anchor="ctr"/>
                </a:tc>
                <a:extLst>
                  <a:ext uri="{0D108BD9-81ED-4DB2-BD59-A6C34878D82A}">
                    <a16:rowId xmlns:a16="http://schemas.microsoft.com/office/drawing/2014/main" val="10003"/>
                  </a:ext>
                </a:extLst>
              </a:tr>
              <a:tr h="469716">
                <a:tc>
                  <a:txBody>
                    <a:bodyPr/>
                    <a:lstStyle/>
                    <a:p>
                      <a:pPr marL="0" indent="304800" algn="ctr" defTabSz="914400">
                        <a:lnSpc>
                          <a:spcPct val="150000"/>
                        </a:lnSpc>
                      </a:pPr>
                      <a:r>
                        <a:rPr lang="en-US" sz="1400" b="1" kern="0">
                          <a:solidFill>
                            <a:schemeClr val="lt1"/>
                          </a:solidFill>
                          <a:latin typeface="Calibri" panose="020F0502020204030204"/>
                          <a:ea typeface="等线" panose="02010600030101010101" charset="-122"/>
                        </a:rPr>
                        <a:t> </a:t>
                      </a:r>
                      <a:endParaRPr lang="zh-CN" sz="1400" b="1" kern="0">
                        <a:solidFill>
                          <a:schemeClr val="lt1"/>
                        </a:solidFill>
                        <a:latin typeface="Calibri" panose="020F0502020204030204"/>
                        <a:ea typeface="等线" panose="02010600030101010101" charset="-122"/>
                      </a:endParaRPr>
                    </a:p>
                    <a:p>
                      <a:pPr marL="0" algn="ctr" defTabSz="914400">
                        <a:lnSpc>
                          <a:spcPct val="150000"/>
                        </a:lnSpc>
                      </a:pPr>
                      <a:r>
                        <a:rPr lang="en-US" sz="1400" b="1" kern="0">
                          <a:solidFill>
                            <a:schemeClr val="lt1"/>
                          </a:solidFill>
                          <a:latin typeface="Calibri" panose="020F0502020204030204"/>
                          <a:ea typeface="等线" panose="02010600030101010101" charset="-122"/>
                        </a:rPr>
                        <a:t>E</a:t>
                      </a:r>
                      <a:r>
                        <a:rPr lang="zh-CN" sz="1400" b="1" kern="0">
                          <a:solidFill>
                            <a:schemeClr val="lt1"/>
                          </a:solidFill>
                          <a:latin typeface="Calibri" panose="020F0502020204030204"/>
                          <a:ea typeface="等线" panose="02010600030101010101" charset="-122"/>
                        </a:rPr>
                        <a:t>书汇改为换书大集</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有详细的书目分类</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旧书只能得到换书币，换书币，换书币只能在该平台使用，不能得到现金，使用不方便。</a:t>
                      </a:r>
                    </a:p>
                  </a:txBody>
                  <a:tcPr marL="21290" marR="21290" marT="0" marB="0" anchor="ctr"/>
                </a:tc>
                <a:extLst>
                  <a:ext uri="{0D108BD9-81ED-4DB2-BD59-A6C34878D82A}">
                    <a16:rowId xmlns:a16="http://schemas.microsoft.com/office/drawing/2014/main" val="10004"/>
                  </a:ext>
                </a:extLst>
              </a:tr>
              <a:tr h="197984">
                <a:tc>
                  <a:txBody>
                    <a:bodyPr/>
                    <a:lstStyle/>
                    <a:p>
                      <a:pPr marL="0" indent="304800" algn="ctr" defTabSz="914400">
                        <a:lnSpc>
                          <a:spcPct val="150000"/>
                        </a:lnSpc>
                      </a:pPr>
                      <a:r>
                        <a:rPr lang="zh-CN" sz="1400" b="1" kern="0">
                          <a:solidFill>
                            <a:schemeClr val="lt1"/>
                          </a:solidFill>
                          <a:latin typeface="Calibri" panose="020F0502020204030204"/>
                          <a:ea typeface="等线" panose="02010600030101010101" charset="-122"/>
                        </a:rPr>
                        <a:t>二手教材网</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回收价格较高，售卖种类较全</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需要整套出售 ，不能拆开，无客服</a:t>
                      </a:r>
                    </a:p>
                  </a:txBody>
                  <a:tcPr marL="21290" marR="21290" marT="0" marB="0" anchor="ctr"/>
                </a:tc>
                <a:extLst>
                  <a:ext uri="{0D108BD9-81ED-4DB2-BD59-A6C34878D82A}">
                    <a16:rowId xmlns:a16="http://schemas.microsoft.com/office/drawing/2014/main" val="10005"/>
                  </a:ext>
                </a:extLst>
              </a:tr>
              <a:tr h="404738">
                <a:tc>
                  <a:txBody>
                    <a:bodyPr/>
                    <a:lstStyle/>
                    <a:p>
                      <a:pPr marL="0" indent="304800" algn="ctr" defTabSz="914400">
                        <a:lnSpc>
                          <a:spcPct val="150000"/>
                        </a:lnSpc>
                      </a:pPr>
                      <a:r>
                        <a:rPr lang="zh-CN" sz="1400" b="1" kern="0">
                          <a:solidFill>
                            <a:schemeClr val="lt1"/>
                          </a:solidFill>
                          <a:latin typeface="Calibri" panose="020F0502020204030204"/>
                          <a:ea typeface="等线" panose="02010600030101010101" charset="-122"/>
                        </a:rPr>
                        <a:t>有路网</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价格分为售价，</a:t>
                      </a:r>
                      <a:r>
                        <a:rPr lang="en-US" sz="1200" kern="0">
                          <a:solidFill>
                            <a:srgbClr val="002060"/>
                          </a:solidFill>
                          <a:latin typeface="Calibri" panose="020F0502020204030204"/>
                          <a:ea typeface="等线" panose="02010600030101010101" charset="-122"/>
                        </a:rPr>
                        <a:t>VIP</a:t>
                      </a:r>
                      <a:r>
                        <a:rPr lang="zh-CN" sz="1200" kern="0">
                          <a:solidFill>
                            <a:srgbClr val="002060"/>
                          </a:solidFill>
                          <a:latin typeface="Calibri" panose="020F0502020204030204"/>
                          <a:ea typeface="等线" panose="02010600030101010101" charset="-122"/>
                        </a:rPr>
                        <a:t>价和团购价，可分类搜索，有优惠劵和特价清仓活动</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京东旗下产品</a:t>
                      </a:r>
                    </a:p>
                  </a:txBody>
                  <a:tcPr marL="21290" marR="21290" marT="0" marB="0" anchor="ctr"/>
                </a:tc>
                <a:extLst>
                  <a:ext uri="{0D108BD9-81ED-4DB2-BD59-A6C34878D82A}">
                    <a16:rowId xmlns:a16="http://schemas.microsoft.com/office/drawing/2014/main" val="10006"/>
                  </a:ext>
                </a:extLst>
              </a:tr>
              <a:tr h="213812">
                <a:tc>
                  <a:txBody>
                    <a:bodyPr/>
                    <a:lstStyle/>
                    <a:p>
                      <a:pPr marL="0" indent="304800" algn="ctr" defTabSz="914400">
                        <a:lnSpc>
                          <a:spcPct val="150000"/>
                        </a:lnSpc>
                      </a:pPr>
                      <a:r>
                        <a:rPr lang="zh-CN" sz="1400" b="1" kern="0">
                          <a:solidFill>
                            <a:schemeClr val="lt1"/>
                          </a:solidFill>
                          <a:latin typeface="Calibri" panose="020F0502020204030204"/>
                          <a:ea typeface="等线" panose="02010600030101010101" charset="-122"/>
                        </a:rPr>
                        <a:t>校园二手街</a:t>
                      </a:r>
                    </a:p>
                    <a:p>
                      <a:pPr marL="0" indent="304800" algn="ctr" defTabSz="914400">
                        <a:lnSpc>
                          <a:spcPct val="150000"/>
                        </a:lnSpc>
                      </a:pPr>
                      <a:r>
                        <a:rPr lang="en-US" sz="1400" b="1" kern="0">
                          <a:solidFill>
                            <a:schemeClr val="lt1"/>
                          </a:solidFill>
                          <a:latin typeface="Calibri" panose="020F0502020204030204"/>
                          <a:ea typeface="等线" panose="02010600030101010101" charset="-122"/>
                        </a:rPr>
                        <a:t> </a:t>
                      </a:r>
                      <a:endParaRPr lang="zh-CN" sz="1400" b="1" kern="0">
                        <a:solidFill>
                          <a:schemeClr val="lt1"/>
                        </a:solidFill>
                        <a:latin typeface="Calibri" panose="020F0502020204030204"/>
                        <a:ea typeface="等线" panose="02010600030101010101" charset="-122"/>
                      </a:endParaRP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买卖各种二手物品</a:t>
                      </a:r>
                    </a:p>
                  </a:txBody>
                  <a:tcPr marL="21290" marR="21290" marT="0" marB="0" anchor="ctr"/>
                </a:tc>
                <a:tc>
                  <a:txBody>
                    <a:bodyPr/>
                    <a:lstStyle/>
                    <a:p>
                      <a:pPr marL="0" indent="304800" algn="ctr" defTabSz="914400">
                        <a:lnSpc>
                          <a:spcPct val="150000"/>
                        </a:lnSpc>
                      </a:pPr>
                      <a:r>
                        <a:rPr lang="zh-CN" sz="1200" kern="0">
                          <a:solidFill>
                            <a:srgbClr val="002060"/>
                          </a:solidFill>
                          <a:latin typeface="Calibri" panose="020F0502020204030204"/>
                          <a:ea typeface="等线" panose="02010600030101010101" charset="-122"/>
                        </a:rPr>
                        <a:t>仅在华大附近的学校进行</a:t>
                      </a:r>
                    </a:p>
                  </a:txBody>
                  <a:tcPr marL="21290" marR="21290" marT="0" marB="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33843" y="1664203"/>
            <a:ext cx="3148101" cy="1081418"/>
            <a:chOff x="1064979" y="1968117"/>
            <a:chExt cx="3147691" cy="1081668"/>
          </a:xfrm>
        </p:grpSpPr>
        <p:sp>
          <p:nvSpPr>
            <p:cNvPr id="5" name="任意多边形 1"/>
            <p:cNvSpPr/>
            <p:nvPr/>
          </p:nvSpPr>
          <p:spPr>
            <a:xfrm rot="10800000">
              <a:off x="1064979" y="1968117"/>
              <a:ext cx="3147690" cy="1074074"/>
            </a:xfrm>
            <a:custGeom>
              <a:avLst/>
              <a:gdLst/>
              <a:ahLst/>
              <a:cxnLst/>
              <a:rect l="l" t="t" r="r" b="b"/>
              <a:pathLst>
                <a:path w="3147690" h="1074074">
                  <a:moveTo>
                    <a:pt x="2657828" y="852800"/>
                  </a:moveTo>
                  <a:cubicBezTo>
                    <a:pt x="2678557" y="852800"/>
                    <a:pt x="2703431" y="838283"/>
                    <a:pt x="2713796" y="820654"/>
                  </a:cubicBezTo>
                  <a:cubicBezTo>
                    <a:pt x="2713796" y="820654"/>
                    <a:pt x="2713796" y="820654"/>
                    <a:pt x="2858897" y="569183"/>
                  </a:cubicBezTo>
                  <a:cubicBezTo>
                    <a:pt x="2869261" y="551555"/>
                    <a:pt x="2869261" y="522519"/>
                    <a:pt x="2858897" y="504890"/>
                  </a:cubicBezTo>
                  <a:cubicBezTo>
                    <a:pt x="2858897" y="504890"/>
                    <a:pt x="2858897" y="504890"/>
                    <a:pt x="2713796" y="253420"/>
                  </a:cubicBezTo>
                  <a:cubicBezTo>
                    <a:pt x="2703431" y="235791"/>
                    <a:pt x="2678557" y="221273"/>
                    <a:pt x="2657828" y="221273"/>
                  </a:cubicBezTo>
                  <a:cubicBezTo>
                    <a:pt x="2657828" y="221273"/>
                    <a:pt x="2657828" y="221273"/>
                    <a:pt x="2535399" y="221273"/>
                  </a:cubicBezTo>
                  <a:lnTo>
                    <a:pt x="2506258" y="221273"/>
                  </a:lnTo>
                  <a:lnTo>
                    <a:pt x="2501724" y="221273"/>
                  </a:lnTo>
                  <a:lnTo>
                    <a:pt x="2469982" y="221273"/>
                  </a:lnTo>
                  <a:lnTo>
                    <a:pt x="2463415" y="221273"/>
                  </a:lnTo>
                  <a:lnTo>
                    <a:pt x="2383829" y="221273"/>
                  </a:lnTo>
                  <a:lnTo>
                    <a:pt x="2367626" y="221273"/>
                  </a:lnTo>
                  <a:lnTo>
                    <a:pt x="2354688" y="221273"/>
                  </a:lnTo>
                  <a:lnTo>
                    <a:pt x="2350154" y="221273"/>
                  </a:lnTo>
                  <a:lnTo>
                    <a:pt x="2318413" y="221273"/>
                  </a:lnTo>
                  <a:lnTo>
                    <a:pt x="2311846" y="221273"/>
                  </a:lnTo>
                  <a:lnTo>
                    <a:pt x="2232259" y="221273"/>
                  </a:lnTo>
                  <a:lnTo>
                    <a:pt x="2216056" y="221273"/>
                  </a:lnTo>
                  <a:lnTo>
                    <a:pt x="2160276" y="221273"/>
                  </a:lnTo>
                  <a:cubicBezTo>
                    <a:pt x="2132503" y="221273"/>
                    <a:pt x="2100762" y="221273"/>
                    <a:pt x="2064487" y="221273"/>
                  </a:cubicBezTo>
                  <a:lnTo>
                    <a:pt x="2061146" y="222271"/>
                  </a:lnTo>
                  <a:lnTo>
                    <a:pt x="2057785" y="221273"/>
                  </a:lnTo>
                  <a:cubicBezTo>
                    <a:pt x="2057785" y="221273"/>
                    <a:pt x="2057785" y="221273"/>
                    <a:pt x="1767583" y="221273"/>
                  </a:cubicBezTo>
                  <a:lnTo>
                    <a:pt x="1764242" y="222271"/>
                  </a:lnTo>
                  <a:lnTo>
                    <a:pt x="1760881" y="221273"/>
                  </a:lnTo>
                  <a:cubicBezTo>
                    <a:pt x="1760881" y="221273"/>
                    <a:pt x="1760881" y="221273"/>
                    <a:pt x="1566469" y="221273"/>
                  </a:cubicBezTo>
                  <a:lnTo>
                    <a:pt x="1487274" y="221273"/>
                  </a:lnTo>
                  <a:lnTo>
                    <a:pt x="1482739" y="221273"/>
                  </a:lnTo>
                  <a:lnTo>
                    <a:pt x="1470679" y="221273"/>
                  </a:lnTo>
                  <a:lnTo>
                    <a:pt x="1450999" y="221273"/>
                  </a:lnTo>
                  <a:cubicBezTo>
                    <a:pt x="1423793" y="221273"/>
                    <a:pt x="1376181" y="221273"/>
                    <a:pt x="1292861" y="221273"/>
                  </a:cubicBezTo>
                  <a:lnTo>
                    <a:pt x="1267803" y="221273"/>
                  </a:lnTo>
                  <a:lnTo>
                    <a:pt x="1263268" y="221273"/>
                  </a:lnTo>
                  <a:lnTo>
                    <a:pt x="1231527" y="221273"/>
                  </a:lnTo>
                  <a:lnTo>
                    <a:pt x="1197072" y="221273"/>
                  </a:lnTo>
                  <a:lnTo>
                    <a:pt x="1147691" y="221273"/>
                  </a:lnTo>
                  <a:lnTo>
                    <a:pt x="1145374" y="221273"/>
                  </a:lnTo>
                  <a:lnTo>
                    <a:pt x="1143157" y="221273"/>
                  </a:lnTo>
                  <a:lnTo>
                    <a:pt x="1111416" y="221273"/>
                  </a:lnTo>
                  <a:lnTo>
                    <a:pt x="1073390" y="221273"/>
                  </a:lnTo>
                  <a:lnTo>
                    <a:pt x="1025262" y="221273"/>
                  </a:lnTo>
                  <a:lnTo>
                    <a:pt x="977601" y="221273"/>
                  </a:lnTo>
                  <a:lnTo>
                    <a:pt x="953279" y="221273"/>
                  </a:lnTo>
                  <a:lnTo>
                    <a:pt x="892538" y="221273"/>
                  </a:lnTo>
                  <a:lnTo>
                    <a:pt x="888004" y="221273"/>
                  </a:lnTo>
                  <a:lnTo>
                    <a:pt x="857489" y="221273"/>
                  </a:lnTo>
                  <a:lnTo>
                    <a:pt x="856263" y="221273"/>
                  </a:lnTo>
                  <a:lnTo>
                    <a:pt x="783951" y="221273"/>
                  </a:lnTo>
                  <a:cubicBezTo>
                    <a:pt x="783951" y="221273"/>
                    <a:pt x="783951" y="221273"/>
                    <a:pt x="779417" y="221273"/>
                  </a:cubicBezTo>
                  <a:lnTo>
                    <a:pt x="770109" y="221273"/>
                  </a:lnTo>
                  <a:lnTo>
                    <a:pt x="747676" y="221273"/>
                  </a:lnTo>
                  <a:lnTo>
                    <a:pt x="698126" y="221273"/>
                  </a:lnTo>
                  <a:lnTo>
                    <a:pt x="661522" y="221273"/>
                  </a:lnTo>
                  <a:lnTo>
                    <a:pt x="602336" y="221273"/>
                  </a:lnTo>
                  <a:lnTo>
                    <a:pt x="589539" y="221273"/>
                  </a:lnTo>
                  <a:cubicBezTo>
                    <a:pt x="561765" y="221273"/>
                    <a:pt x="530024" y="221273"/>
                    <a:pt x="493749" y="221273"/>
                  </a:cubicBezTo>
                  <a:cubicBezTo>
                    <a:pt x="473539" y="221273"/>
                    <a:pt x="448146" y="235791"/>
                    <a:pt x="437782" y="253420"/>
                  </a:cubicBezTo>
                  <a:cubicBezTo>
                    <a:pt x="437782" y="253420"/>
                    <a:pt x="437782" y="253420"/>
                    <a:pt x="292681" y="504890"/>
                  </a:cubicBezTo>
                  <a:cubicBezTo>
                    <a:pt x="282834" y="522519"/>
                    <a:pt x="282834" y="551555"/>
                    <a:pt x="292681" y="569183"/>
                  </a:cubicBezTo>
                  <a:cubicBezTo>
                    <a:pt x="292681" y="569183"/>
                    <a:pt x="292681" y="569183"/>
                    <a:pt x="437782" y="820654"/>
                  </a:cubicBezTo>
                  <a:cubicBezTo>
                    <a:pt x="448146" y="838283"/>
                    <a:pt x="473539" y="852800"/>
                    <a:pt x="493749" y="852800"/>
                  </a:cubicBezTo>
                  <a:lnTo>
                    <a:pt x="602336" y="852800"/>
                  </a:lnTo>
                  <a:lnTo>
                    <a:pt x="783951" y="852800"/>
                  </a:lnTo>
                  <a:lnTo>
                    <a:pt x="857489" y="852800"/>
                  </a:lnTo>
                  <a:lnTo>
                    <a:pt x="892538" y="852800"/>
                  </a:lnTo>
                  <a:lnTo>
                    <a:pt x="977601" y="852800"/>
                  </a:lnTo>
                  <a:lnTo>
                    <a:pt x="1147691" y="852800"/>
                  </a:lnTo>
                  <a:lnTo>
                    <a:pt x="1197072" y="852800"/>
                  </a:lnTo>
                  <a:lnTo>
                    <a:pt x="1267803" y="852800"/>
                  </a:lnTo>
                  <a:lnTo>
                    <a:pt x="1470679" y="852800"/>
                  </a:lnTo>
                  <a:lnTo>
                    <a:pt x="1487274" y="852800"/>
                  </a:lnTo>
                  <a:lnTo>
                    <a:pt x="1760881" y="852800"/>
                  </a:lnTo>
                  <a:lnTo>
                    <a:pt x="1764242" y="851802"/>
                  </a:lnTo>
                  <a:lnTo>
                    <a:pt x="1767583" y="852800"/>
                  </a:lnTo>
                  <a:lnTo>
                    <a:pt x="2057785" y="852800"/>
                  </a:lnTo>
                  <a:lnTo>
                    <a:pt x="2061146" y="851802"/>
                  </a:lnTo>
                  <a:lnTo>
                    <a:pt x="2064487" y="852800"/>
                  </a:lnTo>
                  <a:lnTo>
                    <a:pt x="2216056" y="852800"/>
                  </a:lnTo>
                  <a:lnTo>
                    <a:pt x="2354688" y="852800"/>
                  </a:lnTo>
                  <a:lnTo>
                    <a:pt x="2367626" y="852800"/>
                  </a:lnTo>
                  <a:lnTo>
                    <a:pt x="2506258" y="852800"/>
                  </a:lnTo>
                  <a:close/>
                  <a:moveTo>
                    <a:pt x="2792501" y="1074074"/>
                  </a:moveTo>
                  <a:lnTo>
                    <a:pt x="2406119" y="1074074"/>
                  </a:lnTo>
                  <a:lnTo>
                    <a:pt x="2298938" y="1074074"/>
                  </a:lnTo>
                  <a:lnTo>
                    <a:pt x="1943167" y="1074074"/>
                  </a:lnTo>
                  <a:lnTo>
                    <a:pt x="1912555" y="1074074"/>
                  </a:lnTo>
                  <a:lnTo>
                    <a:pt x="1723612" y="1074074"/>
                  </a:lnTo>
                  <a:lnTo>
                    <a:pt x="1449603" y="1074074"/>
                  </a:lnTo>
                  <a:lnTo>
                    <a:pt x="1376575" y="1074074"/>
                  </a:lnTo>
                  <a:lnTo>
                    <a:pt x="1230049" y="1074074"/>
                  </a:lnTo>
                  <a:lnTo>
                    <a:pt x="1133178" y="1074074"/>
                  </a:lnTo>
                  <a:lnTo>
                    <a:pt x="990193" y="1074074"/>
                  </a:lnTo>
                  <a:lnTo>
                    <a:pt x="883011" y="1074074"/>
                  </a:lnTo>
                  <a:lnTo>
                    <a:pt x="848092" y="1074074"/>
                  </a:lnTo>
                  <a:lnTo>
                    <a:pt x="639614" y="1074074"/>
                  </a:lnTo>
                  <a:lnTo>
                    <a:pt x="496629" y="1074074"/>
                  </a:lnTo>
                  <a:lnTo>
                    <a:pt x="354528" y="1074074"/>
                  </a:lnTo>
                  <a:cubicBezTo>
                    <a:pt x="320156" y="1074074"/>
                    <a:pt x="276968" y="1049383"/>
                    <a:pt x="259342" y="1019400"/>
                  </a:cubicBezTo>
                  <a:cubicBezTo>
                    <a:pt x="12560" y="591710"/>
                    <a:pt x="12560" y="591710"/>
                    <a:pt x="12560" y="591710"/>
                  </a:cubicBezTo>
                  <a:cubicBezTo>
                    <a:pt x="-4186" y="561729"/>
                    <a:pt x="-4186" y="512345"/>
                    <a:pt x="12560" y="482364"/>
                  </a:cubicBezTo>
                  <a:cubicBezTo>
                    <a:pt x="259342" y="54674"/>
                    <a:pt x="259342" y="54674"/>
                    <a:pt x="259342" y="54674"/>
                  </a:cubicBezTo>
                  <a:cubicBezTo>
                    <a:pt x="276968" y="24691"/>
                    <a:pt x="320156" y="0"/>
                    <a:pt x="354528" y="0"/>
                  </a:cubicBezTo>
                  <a:lnTo>
                    <a:pt x="496629" y="0"/>
                  </a:lnTo>
                  <a:lnTo>
                    <a:pt x="517443" y="0"/>
                  </a:lnTo>
                  <a:lnTo>
                    <a:pt x="639614" y="0"/>
                  </a:lnTo>
                  <a:lnTo>
                    <a:pt x="639870" y="0"/>
                  </a:lnTo>
                  <a:lnTo>
                    <a:pt x="659544" y="0"/>
                  </a:lnTo>
                  <a:lnTo>
                    <a:pt x="727593" y="0"/>
                  </a:lnTo>
                  <a:lnTo>
                    <a:pt x="781971" y="0"/>
                  </a:lnTo>
                  <a:lnTo>
                    <a:pt x="786397" y="0"/>
                  </a:lnTo>
                  <a:lnTo>
                    <a:pt x="802529" y="0"/>
                  </a:lnTo>
                  <a:lnTo>
                    <a:pt x="822064" y="0"/>
                  </a:lnTo>
                  <a:cubicBezTo>
                    <a:pt x="848092" y="0"/>
                    <a:pt x="848092" y="0"/>
                    <a:pt x="848092" y="0"/>
                  </a:cubicBezTo>
                  <a:lnTo>
                    <a:pt x="869694" y="0"/>
                  </a:lnTo>
                  <a:lnTo>
                    <a:pt x="883011" y="0"/>
                  </a:lnTo>
                  <a:lnTo>
                    <a:pt x="924956" y="0"/>
                  </a:lnTo>
                  <a:lnTo>
                    <a:pt x="928497" y="0"/>
                  </a:lnTo>
                  <a:lnTo>
                    <a:pt x="964164" y="0"/>
                  </a:lnTo>
                  <a:lnTo>
                    <a:pt x="982480" y="0"/>
                  </a:lnTo>
                  <a:lnTo>
                    <a:pt x="990193" y="0"/>
                  </a:lnTo>
                  <a:lnTo>
                    <a:pt x="1012679" y="0"/>
                  </a:lnTo>
                  <a:lnTo>
                    <a:pt x="1045926" y="0"/>
                  </a:lnTo>
                  <a:lnTo>
                    <a:pt x="1071482" y="0"/>
                  </a:lnTo>
                  <a:lnTo>
                    <a:pt x="1107149" y="0"/>
                  </a:lnTo>
                  <a:lnTo>
                    <a:pt x="1125465" y="0"/>
                  </a:lnTo>
                  <a:lnTo>
                    <a:pt x="1133178" y="0"/>
                  </a:lnTo>
                  <a:lnTo>
                    <a:pt x="1168353" y="0"/>
                  </a:lnTo>
                  <a:lnTo>
                    <a:pt x="1230049" y="0"/>
                  </a:lnTo>
                  <a:lnTo>
                    <a:pt x="1256076" y="0"/>
                  </a:lnTo>
                  <a:lnTo>
                    <a:pt x="1314879" y="0"/>
                  </a:lnTo>
                  <a:lnTo>
                    <a:pt x="1350547" y="0"/>
                  </a:lnTo>
                  <a:lnTo>
                    <a:pt x="1368862" y="0"/>
                  </a:lnTo>
                  <a:lnTo>
                    <a:pt x="1376575" y="0"/>
                  </a:lnTo>
                  <a:lnTo>
                    <a:pt x="1392963" y="0"/>
                  </a:lnTo>
                  <a:lnTo>
                    <a:pt x="1449603" y="0"/>
                  </a:lnTo>
                  <a:lnTo>
                    <a:pt x="1515390" y="0"/>
                  </a:lnTo>
                  <a:lnTo>
                    <a:pt x="1603113" y="0"/>
                  </a:lnTo>
                  <a:lnTo>
                    <a:pt x="1612518" y="0"/>
                  </a:lnTo>
                  <a:lnTo>
                    <a:pt x="1661917" y="0"/>
                  </a:lnTo>
                  <a:lnTo>
                    <a:pt x="1697584" y="0"/>
                  </a:lnTo>
                  <a:lnTo>
                    <a:pt x="1715900" y="0"/>
                  </a:lnTo>
                  <a:lnTo>
                    <a:pt x="1723612" y="0"/>
                  </a:lnTo>
                  <a:lnTo>
                    <a:pt x="1734944" y="0"/>
                  </a:lnTo>
                  <a:cubicBezTo>
                    <a:pt x="1804352" y="0"/>
                    <a:pt x="1850623" y="0"/>
                    <a:pt x="1881471" y="0"/>
                  </a:cubicBezTo>
                  <a:lnTo>
                    <a:pt x="1912555" y="0"/>
                  </a:lnTo>
                  <a:lnTo>
                    <a:pt x="1917139" y="0"/>
                  </a:lnTo>
                  <a:lnTo>
                    <a:pt x="1935455" y="0"/>
                  </a:lnTo>
                  <a:lnTo>
                    <a:pt x="1943167" y="0"/>
                  </a:lnTo>
                  <a:lnTo>
                    <a:pt x="2038763" y="0"/>
                  </a:lnTo>
                  <a:cubicBezTo>
                    <a:pt x="2152770" y="0"/>
                    <a:pt x="2231395" y="0"/>
                    <a:pt x="2285620" y="0"/>
                  </a:cubicBezTo>
                  <a:lnTo>
                    <a:pt x="2298938" y="0"/>
                  </a:lnTo>
                  <a:lnTo>
                    <a:pt x="2344423" y="0"/>
                  </a:lnTo>
                  <a:lnTo>
                    <a:pt x="2380091" y="0"/>
                  </a:lnTo>
                  <a:lnTo>
                    <a:pt x="2398407" y="0"/>
                  </a:lnTo>
                  <a:lnTo>
                    <a:pt x="2406119" y="0"/>
                  </a:lnTo>
                  <a:lnTo>
                    <a:pt x="2461852" y="0"/>
                  </a:lnTo>
                  <a:cubicBezTo>
                    <a:pt x="2792501" y="0"/>
                    <a:pt x="2792501" y="0"/>
                    <a:pt x="2792501" y="0"/>
                  </a:cubicBezTo>
                  <a:cubicBezTo>
                    <a:pt x="2827756" y="0"/>
                    <a:pt x="2870061" y="24691"/>
                    <a:pt x="2887687" y="54674"/>
                  </a:cubicBezTo>
                  <a:cubicBezTo>
                    <a:pt x="3134469" y="482364"/>
                    <a:pt x="3134469" y="482364"/>
                    <a:pt x="3134469" y="482364"/>
                  </a:cubicBezTo>
                  <a:cubicBezTo>
                    <a:pt x="3152097" y="512345"/>
                    <a:pt x="3152097" y="561729"/>
                    <a:pt x="3134469" y="591710"/>
                  </a:cubicBezTo>
                  <a:cubicBezTo>
                    <a:pt x="2887687" y="1019400"/>
                    <a:pt x="2887687" y="1019400"/>
                    <a:pt x="2887687" y="1019400"/>
                  </a:cubicBezTo>
                  <a:cubicBezTo>
                    <a:pt x="2870061" y="1049383"/>
                    <a:pt x="2827756" y="1074074"/>
                    <a:pt x="2792501" y="1074074"/>
                  </a:cubicBezTo>
                  <a:close/>
                </a:path>
              </a:pathLst>
            </a:custGeom>
            <a:solidFill>
              <a:srgbClr val="01ACBE"/>
            </a:solidFill>
            <a:ln>
              <a:noFill/>
            </a:ln>
            <a:effectLst>
              <a:innerShdw blurRad="101600" dist="63500" dir="2700000">
                <a:srgbClr val="000000">
                  <a:alpha val="50000"/>
                </a:srgbClr>
              </a:innerShdw>
            </a:effectLst>
          </p:spPr>
          <p:txBody>
            <a:bodyPr vert="horz" wrap="square" lIns="91440" tIns="45720" rIns="91440" bIns="45720" numCol="1" anchor="t" anchorCtr="0"/>
            <a:lstStyle/>
            <a:p>
              <a:endParaRPr lang="zh-CN">
                <a:solidFill>
                  <a:srgbClr val="000000"/>
                </a:solidFill>
              </a:endParaRPr>
            </a:p>
          </p:txBody>
        </p:sp>
        <p:sp>
          <p:nvSpPr>
            <p:cNvPr id="6" name="任意多边形 2"/>
            <p:cNvSpPr/>
            <p:nvPr/>
          </p:nvSpPr>
          <p:spPr>
            <a:xfrm rot="10800000">
              <a:off x="1064979" y="1975711"/>
              <a:ext cx="3147691" cy="1074074"/>
            </a:xfrm>
            <a:custGeom>
              <a:avLst/>
              <a:gdLst/>
              <a:ahLst/>
              <a:cxnLst/>
              <a:rect l="l" t="t" r="r" b="b"/>
              <a:pathLst>
                <a:path w="3147691" h="1074074">
                  <a:moveTo>
                    <a:pt x="2792502" y="1074074"/>
                  </a:moveTo>
                  <a:lnTo>
                    <a:pt x="2406120" y="1074074"/>
                  </a:lnTo>
                  <a:lnTo>
                    <a:pt x="2298938" y="1074074"/>
                  </a:lnTo>
                  <a:lnTo>
                    <a:pt x="1943168" y="1074074"/>
                  </a:lnTo>
                  <a:lnTo>
                    <a:pt x="1912556" y="1074074"/>
                  </a:lnTo>
                  <a:lnTo>
                    <a:pt x="1723613" y="1074074"/>
                  </a:lnTo>
                  <a:lnTo>
                    <a:pt x="1449604" y="1074074"/>
                  </a:lnTo>
                  <a:lnTo>
                    <a:pt x="1376575" y="1074074"/>
                  </a:lnTo>
                  <a:lnTo>
                    <a:pt x="1230049" y="1074074"/>
                  </a:lnTo>
                  <a:lnTo>
                    <a:pt x="1133178" y="1074074"/>
                  </a:lnTo>
                  <a:lnTo>
                    <a:pt x="990193" y="1074074"/>
                  </a:lnTo>
                  <a:lnTo>
                    <a:pt x="883011" y="1074074"/>
                  </a:lnTo>
                  <a:lnTo>
                    <a:pt x="848092" y="1074074"/>
                  </a:lnTo>
                  <a:lnTo>
                    <a:pt x="639614" y="1074074"/>
                  </a:lnTo>
                  <a:lnTo>
                    <a:pt x="496629" y="1074074"/>
                  </a:lnTo>
                  <a:lnTo>
                    <a:pt x="354529" y="1074074"/>
                  </a:lnTo>
                  <a:cubicBezTo>
                    <a:pt x="320156" y="1074074"/>
                    <a:pt x="276968" y="1049383"/>
                    <a:pt x="259342" y="1019400"/>
                  </a:cubicBezTo>
                  <a:cubicBezTo>
                    <a:pt x="12560" y="591710"/>
                    <a:pt x="12560" y="591710"/>
                    <a:pt x="12560" y="591710"/>
                  </a:cubicBezTo>
                  <a:cubicBezTo>
                    <a:pt x="-4186" y="561729"/>
                    <a:pt x="-4186" y="512345"/>
                    <a:pt x="12560" y="482364"/>
                  </a:cubicBezTo>
                  <a:cubicBezTo>
                    <a:pt x="259342" y="54674"/>
                    <a:pt x="259342" y="54674"/>
                    <a:pt x="259342" y="54674"/>
                  </a:cubicBezTo>
                  <a:cubicBezTo>
                    <a:pt x="276968" y="24691"/>
                    <a:pt x="320156" y="0"/>
                    <a:pt x="354529" y="0"/>
                  </a:cubicBezTo>
                  <a:lnTo>
                    <a:pt x="496629" y="0"/>
                  </a:lnTo>
                  <a:lnTo>
                    <a:pt x="517444" y="0"/>
                  </a:lnTo>
                  <a:lnTo>
                    <a:pt x="639614" y="0"/>
                  </a:lnTo>
                  <a:lnTo>
                    <a:pt x="639870" y="0"/>
                  </a:lnTo>
                  <a:lnTo>
                    <a:pt x="659544" y="0"/>
                  </a:lnTo>
                  <a:lnTo>
                    <a:pt x="727594" y="0"/>
                  </a:lnTo>
                  <a:lnTo>
                    <a:pt x="781971" y="0"/>
                  </a:lnTo>
                  <a:lnTo>
                    <a:pt x="786397" y="0"/>
                  </a:lnTo>
                  <a:lnTo>
                    <a:pt x="802529" y="0"/>
                  </a:lnTo>
                  <a:lnTo>
                    <a:pt x="822064" y="0"/>
                  </a:lnTo>
                  <a:cubicBezTo>
                    <a:pt x="848092" y="0"/>
                    <a:pt x="848092" y="0"/>
                    <a:pt x="848092" y="0"/>
                  </a:cubicBezTo>
                  <a:lnTo>
                    <a:pt x="869694" y="0"/>
                  </a:lnTo>
                  <a:lnTo>
                    <a:pt x="883011" y="0"/>
                  </a:lnTo>
                  <a:lnTo>
                    <a:pt x="924956" y="0"/>
                  </a:lnTo>
                  <a:lnTo>
                    <a:pt x="928497" y="0"/>
                  </a:lnTo>
                  <a:lnTo>
                    <a:pt x="964165" y="0"/>
                  </a:lnTo>
                  <a:lnTo>
                    <a:pt x="982481" y="0"/>
                  </a:lnTo>
                  <a:lnTo>
                    <a:pt x="990193" y="0"/>
                  </a:lnTo>
                  <a:lnTo>
                    <a:pt x="1012679" y="0"/>
                  </a:lnTo>
                  <a:lnTo>
                    <a:pt x="1045926" y="0"/>
                  </a:lnTo>
                  <a:lnTo>
                    <a:pt x="1071482" y="0"/>
                  </a:lnTo>
                  <a:lnTo>
                    <a:pt x="1107150" y="0"/>
                  </a:lnTo>
                  <a:lnTo>
                    <a:pt x="1125466" y="0"/>
                  </a:lnTo>
                  <a:lnTo>
                    <a:pt x="1133178" y="0"/>
                  </a:lnTo>
                  <a:lnTo>
                    <a:pt x="1168353" y="0"/>
                  </a:lnTo>
                  <a:lnTo>
                    <a:pt x="1230049" y="0"/>
                  </a:lnTo>
                  <a:lnTo>
                    <a:pt x="1256076" y="0"/>
                  </a:lnTo>
                  <a:lnTo>
                    <a:pt x="1314880" y="0"/>
                  </a:lnTo>
                  <a:lnTo>
                    <a:pt x="1350547" y="0"/>
                  </a:lnTo>
                  <a:lnTo>
                    <a:pt x="1368863" y="0"/>
                  </a:lnTo>
                  <a:lnTo>
                    <a:pt x="1376575" y="0"/>
                  </a:lnTo>
                  <a:lnTo>
                    <a:pt x="1392964" y="0"/>
                  </a:lnTo>
                  <a:lnTo>
                    <a:pt x="1449604" y="0"/>
                  </a:lnTo>
                  <a:lnTo>
                    <a:pt x="1515391" y="0"/>
                  </a:lnTo>
                  <a:lnTo>
                    <a:pt x="1603113" y="0"/>
                  </a:lnTo>
                  <a:lnTo>
                    <a:pt x="1612519" y="0"/>
                  </a:lnTo>
                  <a:lnTo>
                    <a:pt x="1661917" y="0"/>
                  </a:lnTo>
                  <a:lnTo>
                    <a:pt x="1697584" y="0"/>
                  </a:lnTo>
                  <a:lnTo>
                    <a:pt x="1715900" y="0"/>
                  </a:lnTo>
                  <a:lnTo>
                    <a:pt x="1723613" y="0"/>
                  </a:lnTo>
                  <a:lnTo>
                    <a:pt x="1734945" y="0"/>
                  </a:lnTo>
                  <a:cubicBezTo>
                    <a:pt x="1804352" y="0"/>
                    <a:pt x="1850624" y="0"/>
                    <a:pt x="1881472" y="0"/>
                  </a:cubicBezTo>
                  <a:lnTo>
                    <a:pt x="1912556" y="0"/>
                  </a:lnTo>
                  <a:lnTo>
                    <a:pt x="1917139" y="0"/>
                  </a:lnTo>
                  <a:lnTo>
                    <a:pt x="1935455" y="0"/>
                  </a:lnTo>
                  <a:lnTo>
                    <a:pt x="1943168" y="0"/>
                  </a:lnTo>
                  <a:lnTo>
                    <a:pt x="2038764" y="0"/>
                  </a:lnTo>
                  <a:cubicBezTo>
                    <a:pt x="2152770" y="0"/>
                    <a:pt x="2231396" y="0"/>
                    <a:pt x="2285620" y="0"/>
                  </a:cubicBezTo>
                  <a:lnTo>
                    <a:pt x="2298938" y="0"/>
                  </a:lnTo>
                  <a:lnTo>
                    <a:pt x="2344424" y="0"/>
                  </a:lnTo>
                  <a:lnTo>
                    <a:pt x="2380092" y="0"/>
                  </a:lnTo>
                  <a:lnTo>
                    <a:pt x="2398407" y="0"/>
                  </a:lnTo>
                  <a:lnTo>
                    <a:pt x="2406120" y="0"/>
                  </a:lnTo>
                  <a:lnTo>
                    <a:pt x="2461853" y="0"/>
                  </a:lnTo>
                  <a:cubicBezTo>
                    <a:pt x="2792502" y="0"/>
                    <a:pt x="2792502" y="0"/>
                    <a:pt x="2792502" y="0"/>
                  </a:cubicBezTo>
                  <a:cubicBezTo>
                    <a:pt x="2827757" y="0"/>
                    <a:pt x="2870062" y="24691"/>
                    <a:pt x="2887688" y="54674"/>
                  </a:cubicBezTo>
                  <a:cubicBezTo>
                    <a:pt x="3134470" y="482364"/>
                    <a:pt x="3134470" y="482364"/>
                    <a:pt x="3134470" y="482364"/>
                  </a:cubicBezTo>
                  <a:cubicBezTo>
                    <a:pt x="3152098" y="512345"/>
                    <a:pt x="3152098" y="561729"/>
                    <a:pt x="3134470" y="591710"/>
                  </a:cubicBezTo>
                  <a:cubicBezTo>
                    <a:pt x="2887688" y="1019400"/>
                    <a:pt x="2887688" y="1019400"/>
                    <a:pt x="2887688" y="1019400"/>
                  </a:cubicBezTo>
                  <a:cubicBezTo>
                    <a:pt x="2870062" y="1049383"/>
                    <a:pt x="2827757" y="1074074"/>
                    <a:pt x="2792502" y="1074074"/>
                  </a:cubicBez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sp>
          <p:nvSpPr>
            <p:cNvPr id="7" name="任意多边形 3"/>
            <p:cNvSpPr/>
            <p:nvPr/>
          </p:nvSpPr>
          <p:spPr>
            <a:xfrm rot="10800000">
              <a:off x="1348136" y="2196985"/>
              <a:ext cx="2581375" cy="631527"/>
            </a:xfrm>
            <a:custGeom>
              <a:avLst/>
              <a:gdLst/>
              <a:ahLst/>
              <a:cxnLst/>
              <a:rect l="l" t="t" r="r" b="b"/>
              <a:pathLst>
                <a:path w="2581375" h="631527">
                  <a:moveTo>
                    <a:pt x="2372534" y="631527"/>
                  </a:moveTo>
                  <a:lnTo>
                    <a:pt x="2220964" y="631527"/>
                  </a:lnTo>
                  <a:lnTo>
                    <a:pt x="2082332" y="631527"/>
                  </a:lnTo>
                  <a:lnTo>
                    <a:pt x="2069394" y="631527"/>
                  </a:lnTo>
                  <a:lnTo>
                    <a:pt x="1930762" y="631527"/>
                  </a:lnTo>
                  <a:lnTo>
                    <a:pt x="1779192" y="631527"/>
                  </a:lnTo>
                  <a:lnTo>
                    <a:pt x="1775851" y="630529"/>
                  </a:lnTo>
                  <a:lnTo>
                    <a:pt x="1772490" y="631527"/>
                  </a:lnTo>
                  <a:lnTo>
                    <a:pt x="1482288" y="631527"/>
                  </a:lnTo>
                  <a:lnTo>
                    <a:pt x="1478948" y="630529"/>
                  </a:lnTo>
                  <a:lnTo>
                    <a:pt x="1475587" y="631527"/>
                  </a:lnTo>
                  <a:lnTo>
                    <a:pt x="1201979" y="631527"/>
                  </a:lnTo>
                  <a:lnTo>
                    <a:pt x="1185385" y="631527"/>
                  </a:lnTo>
                  <a:lnTo>
                    <a:pt x="982508" y="631527"/>
                  </a:lnTo>
                  <a:lnTo>
                    <a:pt x="911777" y="631527"/>
                  </a:lnTo>
                  <a:lnTo>
                    <a:pt x="862396" y="631527"/>
                  </a:lnTo>
                  <a:lnTo>
                    <a:pt x="692306" y="631527"/>
                  </a:lnTo>
                  <a:lnTo>
                    <a:pt x="607243" y="631527"/>
                  </a:lnTo>
                  <a:lnTo>
                    <a:pt x="572194" y="631527"/>
                  </a:lnTo>
                  <a:lnTo>
                    <a:pt x="498656" y="631527"/>
                  </a:lnTo>
                  <a:lnTo>
                    <a:pt x="317041" y="631527"/>
                  </a:lnTo>
                  <a:lnTo>
                    <a:pt x="208454" y="631527"/>
                  </a:lnTo>
                  <a:cubicBezTo>
                    <a:pt x="188244" y="631527"/>
                    <a:pt x="162850" y="617010"/>
                    <a:pt x="152486" y="599380"/>
                  </a:cubicBezTo>
                  <a:cubicBezTo>
                    <a:pt x="7385" y="347910"/>
                    <a:pt x="7385" y="347910"/>
                    <a:pt x="7385" y="347910"/>
                  </a:cubicBezTo>
                  <a:cubicBezTo>
                    <a:pt x="-2461" y="330282"/>
                    <a:pt x="-2461" y="301246"/>
                    <a:pt x="7385" y="283617"/>
                  </a:cubicBezTo>
                  <a:cubicBezTo>
                    <a:pt x="152486" y="32147"/>
                    <a:pt x="152486" y="32147"/>
                    <a:pt x="152486" y="32147"/>
                  </a:cubicBezTo>
                  <a:cubicBezTo>
                    <a:pt x="162850" y="14518"/>
                    <a:pt x="188244" y="0"/>
                    <a:pt x="208454" y="0"/>
                  </a:cubicBezTo>
                  <a:cubicBezTo>
                    <a:pt x="244729" y="0"/>
                    <a:pt x="276470" y="0"/>
                    <a:pt x="304243" y="0"/>
                  </a:cubicBezTo>
                  <a:lnTo>
                    <a:pt x="317041" y="0"/>
                  </a:lnTo>
                  <a:lnTo>
                    <a:pt x="376227" y="0"/>
                  </a:lnTo>
                  <a:lnTo>
                    <a:pt x="412831" y="0"/>
                  </a:lnTo>
                  <a:lnTo>
                    <a:pt x="462381" y="0"/>
                  </a:lnTo>
                  <a:lnTo>
                    <a:pt x="484814" y="0"/>
                  </a:lnTo>
                  <a:lnTo>
                    <a:pt x="494121" y="0"/>
                  </a:lnTo>
                  <a:cubicBezTo>
                    <a:pt x="498656" y="0"/>
                    <a:pt x="498656" y="0"/>
                    <a:pt x="498656" y="0"/>
                  </a:cubicBezTo>
                  <a:lnTo>
                    <a:pt x="570967" y="0"/>
                  </a:lnTo>
                  <a:lnTo>
                    <a:pt x="572194" y="0"/>
                  </a:lnTo>
                  <a:lnTo>
                    <a:pt x="602709" y="0"/>
                  </a:lnTo>
                  <a:lnTo>
                    <a:pt x="607243" y="0"/>
                  </a:lnTo>
                  <a:lnTo>
                    <a:pt x="667984" y="0"/>
                  </a:lnTo>
                  <a:lnTo>
                    <a:pt x="692306" y="0"/>
                  </a:lnTo>
                  <a:lnTo>
                    <a:pt x="739967" y="0"/>
                  </a:lnTo>
                  <a:lnTo>
                    <a:pt x="788095" y="0"/>
                  </a:lnTo>
                  <a:lnTo>
                    <a:pt x="826121" y="0"/>
                  </a:lnTo>
                  <a:lnTo>
                    <a:pt x="857862" y="0"/>
                  </a:lnTo>
                  <a:lnTo>
                    <a:pt x="860079" y="0"/>
                  </a:lnTo>
                  <a:lnTo>
                    <a:pt x="862396" y="0"/>
                  </a:lnTo>
                  <a:lnTo>
                    <a:pt x="911777" y="0"/>
                  </a:lnTo>
                  <a:lnTo>
                    <a:pt x="946232" y="0"/>
                  </a:lnTo>
                  <a:lnTo>
                    <a:pt x="977973" y="0"/>
                  </a:lnTo>
                  <a:lnTo>
                    <a:pt x="982508" y="0"/>
                  </a:lnTo>
                  <a:lnTo>
                    <a:pt x="1007567" y="0"/>
                  </a:lnTo>
                  <a:cubicBezTo>
                    <a:pt x="1090886" y="0"/>
                    <a:pt x="1138498" y="0"/>
                    <a:pt x="1165704" y="0"/>
                  </a:cubicBezTo>
                  <a:lnTo>
                    <a:pt x="1185385" y="0"/>
                  </a:lnTo>
                  <a:lnTo>
                    <a:pt x="1197445" y="0"/>
                  </a:lnTo>
                  <a:lnTo>
                    <a:pt x="1201979" y="0"/>
                  </a:lnTo>
                  <a:lnTo>
                    <a:pt x="1281174" y="0"/>
                  </a:lnTo>
                  <a:cubicBezTo>
                    <a:pt x="1475587" y="0"/>
                    <a:pt x="1475587" y="0"/>
                    <a:pt x="1475587" y="0"/>
                  </a:cubicBezTo>
                  <a:lnTo>
                    <a:pt x="1478948" y="998"/>
                  </a:lnTo>
                  <a:lnTo>
                    <a:pt x="1482288" y="0"/>
                  </a:lnTo>
                  <a:cubicBezTo>
                    <a:pt x="1772490" y="0"/>
                    <a:pt x="1772490" y="0"/>
                    <a:pt x="1772490" y="0"/>
                  </a:cubicBezTo>
                  <a:lnTo>
                    <a:pt x="1775851" y="998"/>
                  </a:lnTo>
                  <a:lnTo>
                    <a:pt x="1779192" y="0"/>
                  </a:lnTo>
                  <a:cubicBezTo>
                    <a:pt x="1815467" y="0"/>
                    <a:pt x="1847208" y="0"/>
                    <a:pt x="1874981" y="0"/>
                  </a:cubicBezTo>
                  <a:lnTo>
                    <a:pt x="1930762" y="0"/>
                  </a:lnTo>
                  <a:lnTo>
                    <a:pt x="1946965" y="0"/>
                  </a:lnTo>
                  <a:lnTo>
                    <a:pt x="2026551" y="0"/>
                  </a:lnTo>
                  <a:lnTo>
                    <a:pt x="2033118" y="0"/>
                  </a:lnTo>
                  <a:lnTo>
                    <a:pt x="2064859" y="0"/>
                  </a:lnTo>
                  <a:lnTo>
                    <a:pt x="2069394" y="0"/>
                  </a:lnTo>
                  <a:lnTo>
                    <a:pt x="2082332" y="0"/>
                  </a:lnTo>
                  <a:lnTo>
                    <a:pt x="2098535" y="0"/>
                  </a:lnTo>
                  <a:lnTo>
                    <a:pt x="2178121" y="0"/>
                  </a:lnTo>
                  <a:lnTo>
                    <a:pt x="2184688" y="0"/>
                  </a:lnTo>
                  <a:lnTo>
                    <a:pt x="2216429" y="0"/>
                  </a:lnTo>
                  <a:lnTo>
                    <a:pt x="2220964" y="0"/>
                  </a:lnTo>
                  <a:lnTo>
                    <a:pt x="2250105" y="0"/>
                  </a:lnTo>
                  <a:cubicBezTo>
                    <a:pt x="2372534" y="0"/>
                    <a:pt x="2372534" y="0"/>
                    <a:pt x="2372534" y="0"/>
                  </a:cubicBezTo>
                  <a:cubicBezTo>
                    <a:pt x="2393262" y="0"/>
                    <a:pt x="2418137" y="14518"/>
                    <a:pt x="2428501" y="32147"/>
                  </a:cubicBezTo>
                  <a:cubicBezTo>
                    <a:pt x="2573602" y="283617"/>
                    <a:pt x="2573602" y="283617"/>
                    <a:pt x="2573602" y="283617"/>
                  </a:cubicBezTo>
                  <a:cubicBezTo>
                    <a:pt x="2583966" y="301246"/>
                    <a:pt x="2583966" y="330282"/>
                    <a:pt x="2573602" y="347910"/>
                  </a:cubicBezTo>
                  <a:cubicBezTo>
                    <a:pt x="2428501" y="599380"/>
                    <a:pt x="2428501" y="599380"/>
                    <a:pt x="2428501" y="599380"/>
                  </a:cubicBezTo>
                  <a:cubicBezTo>
                    <a:pt x="2418137" y="617010"/>
                    <a:pt x="2393262" y="631527"/>
                    <a:pt x="2372534" y="631527"/>
                  </a:cubicBez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grpSp>
      <p:grpSp>
        <p:nvGrpSpPr>
          <p:cNvPr id="8" name="组合 7"/>
          <p:cNvGrpSpPr/>
          <p:nvPr/>
        </p:nvGrpSpPr>
        <p:grpSpPr>
          <a:xfrm>
            <a:off x="1442613" y="1241475"/>
            <a:ext cx="2359084" cy="1906599"/>
            <a:chOff x="2077338" y="1557586"/>
            <a:chExt cx="2138277" cy="1907040"/>
          </a:xfrm>
        </p:grpSpPr>
        <p:sp>
          <p:nvSpPr>
            <p:cNvPr id="9" name="任意多边形 4"/>
            <p:cNvSpPr/>
            <p:nvPr/>
          </p:nvSpPr>
          <p:spPr>
            <a:xfrm rot="10800000">
              <a:off x="2082168" y="1557586"/>
              <a:ext cx="2123116" cy="1895135"/>
            </a:xfrm>
            <a:custGeom>
              <a:avLst/>
              <a:gdLst/>
              <a:ahLst/>
              <a:cxnLst/>
              <a:rect l="l" t="t" r="r" b="b"/>
              <a:pathLst>
                <a:path w="2123116" h="1895135">
                  <a:moveTo>
                    <a:pt x="1365745" y="1610285"/>
                  </a:moveTo>
                  <a:cubicBezTo>
                    <a:pt x="1409250" y="1610285"/>
                    <a:pt x="1461456" y="1579816"/>
                    <a:pt x="1483209" y="1542817"/>
                  </a:cubicBezTo>
                  <a:cubicBezTo>
                    <a:pt x="1483209" y="1542817"/>
                    <a:pt x="1483209" y="1542817"/>
                    <a:pt x="1787744" y="1015037"/>
                  </a:cubicBezTo>
                  <a:cubicBezTo>
                    <a:pt x="1809497" y="978038"/>
                    <a:pt x="1809497" y="917098"/>
                    <a:pt x="1787744" y="880099"/>
                  </a:cubicBezTo>
                  <a:cubicBezTo>
                    <a:pt x="1787744" y="880099"/>
                    <a:pt x="1787744" y="880099"/>
                    <a:pt x="1483209" y="352319"/>
                  </a:cubicBezTo>
                  <a:cubicBezTo>
                    <a:pt x="1461456" y="315320"/>
                    <a:pt x="1409250" y="284850"/>
                    <a:pt x="1365745" y="284850"/>
                  </a:cubicBezTo>
                  <a:cubicBezTo>
                    <a:pt x="1365745" y="284850"/>
                    <a:pt x="1365745" y="284850"/>
                    <a:pt x="756674" y="284850"/>
                  </a:cubicBezTo>
                  <a:cubicBezTo>
                    <a:pt x="714256" y="284850"/>
                    <a:pt x="660963" y="315320"/>
                    <a:pt x="639210" y="352319"/>
                  </a:cubicBezTo>
                  <a:cubicBezTo>
                    <a:pt x="639210" y="352319"/>
                    <a:pt x="639210" y="352319"/>
                    <a:pt x="334675" y="880099"/>
                  </a:cubicBezTo>
                  <a:cubicBezTo>
                    <a:pt x="314010" y="917098"/>
                    <a:pt x="314010" y="978038"/>
                    <a:pt x="334675" y="1015037"/>
                  </a:cubicBezTo>
                  <a:cubicBezTo>
                    <a:pt x="334675" y="1015037"/>
                    <a:pt x="334675" y="1015037"/>
                    <a:pt x="639210" y="1542817"/>
                  </a:cubicBezTo>
                  <a:cubicBezTo>
                    <a:pt x="660963" y="1579816"/>
                    <a:pt x="714256" y="1610285"/>
                    <a:pt x="756674" y="1610285"/>
                  </a:cubicBezTo>
                  <a:close/>
                  <a:moveTo>
                    <a:pt x="1496406" y="1895135"/>
                  </a:moveTo>
                  <a:lnTo>
                    <a:pt x="625544" y="1895135"/>
                  </a:lnTo>
                  <a:cubicBezTo>
                    <a:pt x="564894" y="1895135"/>
                    <a:pt x="488694" y="1851569"/>
                    <a:pt x="457592" y="1798666"/>
                  </a:cubicBezTo>
                  <a:cubicBezTo>
                    <a:pt x="22161" y="1044036"/>
                    <a:pt x="22161" y="1044036"/>
                    <a:pt x="22161" y="1044036"/>
                  </a:cubicBezTo>
                  <a:cubicBezTo>
                    <a:pt x="-7387" y="991134"/>
                    <a:pt x="-7387" y="904001"/>
                    <a:pt x="22161" y="851100"/>
                  </a:cubicBezTo>
                  <a:cubicBezTo>
                    <a:pt x="457592" y="96469"/>
                    <a:pt x="457592" y="96469"/>
                    <a:pt x="457592" y="96469"/>
                  </a:cubicBezTo>
                  <a:cubicBezTo>
                    <a:pt x="488694" y="43567"/>
                    <a:pt x="564894" y="0"/>
                    <a:pt x="625544" y="0"/>
                  </a:cubicBezTo>
                  <a:cubicBezTo>
                    <a:pt x="1496406" y="0"/>
                    <a:pt x="1496406" y="0"/>
                    <a:pt x="1496406" y="0"/>
                  </a:cubicBezTo>
                  <a:cubicBezTo>
                    <a:pt x="1558610" y="0"/>
                    <a:pt x="1633256" y="43567"/>
                    <a:pt x="1664358" y="96469"/>
                  </a:cubicBezTo>
                  <a:cubicBezTo>
                    <a:pt x="2099789" y="851100"/>
                    <a:pt x="2099789" y="851100"/>
                    <a:pt x="2099789" y="851100"/>
                  </a:cubicBezTo>
                  <a:cubicBezTo>
                    <a:pt x="2130892" y="904001"/>
                    <a:pt x="2130892" y="991134"/>
                    <a:pt x="2099789" y="1044036"/>
                  </a:cubicBezTo>
                  <a:cubicBezTo>
                    <a:pt x="1664358" y="1798666"/>
                    <a:pt x="1664358" y="1798666"/>
                    <a:pt x="1664358" y="1798666"/>
                  </a:cubicBezTo>
                  <a:cubicBezTo>
                    <a:pt x="1633256" y="1851569"/>
                    <a:pt x="1558610" y="1895135"/>
                    <a:pt x="1496406" y="1895135"/>
                  </a:cubicBezTo>
                  <a:close/>
                </a:path>
              </a:pathLst>
            </a:custGeom>
            <a:gradFill>
              <a:gsLst>
                <a:gs pos="100000">
                  <a:schemeClr val="bg1">
                    <a:lumMod val="95000"/>
                  </a:schemeClr>
                </a:gs>
                <a:gs pos="0">
                  <a:schemeClr val="bg1">
                    <a:lumMod val="85000"/>
                  </a:schemeClr>
                </a:gs>
              </a:gsLst>
              <a:lin ang="2700000" scaled="1"/>
            </a:gradFill>
            <a:ln>
              <a:noFill/>
            </a:ln>
            <a:effectLst>
              <a:outerShdw blurRad="152400" dist="88900" dir="2700000" algn="tl" rotWithShape="0">
                <a:srgbClr val="000000">
                  <a:alpha val="40000"/>
                </a:srgbClr>
              </a:outerShdw>
            </a:effectLst>
          </p:spPr>
          <p:txBody>
            <a:bodyPr vert="horz" wrap="square" lIns="91440" tIns="45720" rIns="91440" bIns="45720" numCol="1" anchor="t" anchorCtr="0"/>
            <a:lstStyle/>
            <a:p>
              <a:endParaRPr lang="zh-CN">
                <a:solidFill>
                  <a:srgbClr val="000000"/>
                </a:solidFill>
              </a:endParaRPr>
            </a:p>
          </p:txBody>
        </p:sp>
        <p:sp>
          <p:nvSpPr>
            <p:cNvPr id="10" name="Freeform 5"/>
            <p:cNvSpPr/>
            <p:nvPr/>
          </p:nvSpPr>
          <p:spPr>
            <a:xfrm rot="10800000">
              <a:off x="2077338" y="1569492"/>
              <a:ext cx="2138277" cy="1895134"/>
            </a:xfrm>
            <a:custGeom>
              <a:avLst/>
              <a:gdLst/>
              <a:ahLst/>
              <a:cxnLst/>
              <a:rect l="0" t="0" r="r" b="b"/>
              <a:pathLst>
                <a:path w="2138277" h="1895134">
                  <a:moveTo>
                    <a:pt x="632930" y="1895134"/>
                  </a:moveTo>
                  <a:cubicBezTo>
                    <a:pt x="572281" y="1895134"/>
                    <a:pt x="496080" y="1851568"/>
                    <a:pt x="464978" y="1798666"/>
                  </a:cubicBezTo>
                  <a:cubicBezTo>
                    <a:pt x="29547" y="1044035"/>
                    <a:pt x="29547" y="1044035"/>
                    <a:pt x="29547" y="1044035"/>
                  </a:cubicBezTo>
                  <a:cubicBezTo>
                    <a:pt x="0" y="991133"/>
                    <a:pt x="0" y="904001"/>
                    <a:pt x="29547" y="851099"/>
                  </a:cubicBezTo>
                  <a:cubicBezTo>
                    <a:pt x="464978" y="96468"/>
                    <a:pt x="464978" y="96468"/>
                    <a:pt x="464978" y="96468"/>
                  </a:cubicBezTo>
                  <a:cubicBezTo>
                    <a:pt x="496080" y="43566"/>
                    <a:pt x="572281" y="0"/>
                    <a:pt x="632930" y="0"/>
                  </a:cubicBezTo>
                  <a:cubicBezTo>
                    <a:pt x="1503792" y="0"/>
                    <a:pt x="1503792" y="0"/>
                    <a:pt x="1503792" y="0"/>
                  </a:cubicBezTo>
                  <a:cubicBezTo>
                    <a:pt x="1565996" y="0"/>
                    <a:pt x="1640642" y="43566"/>
                    <a:pt x="1671744" y="96468"/>
                  </a:cubicBezTo>
                  <a:cubicBezTo>
                    <a:pt x="2107175" y="851099"/>
                    <a:pt x="2107175" y="851099"/>
                    <a:pt x="2107175" y="851099"/>
                  </a:cubicBezTo>
                  <a:cubicBezTo>
                    <a:pt x="2138277" y="904001"/>
                    <a:pt x="2138277" y="991133"/>
                    <a:pt x="2107175" y="1044035"/>
                  </a:cubicBezTo>
                  <a:cubicBezTo>
                    <a:pt x="1671744" y="1798666"/>
                    <a:pt x="1671744" y="1798666"/>
                    <a:pt x="1671744" y="1798666"/>
                  </a:cubicBezTo>
                  <a:cubicBezTo>
                    <a:pt x="1640642" y="1851568"/>
                    <a:pt x="1565996" y="1895134"/>
                    <a:pt x="1503792" y="1895134"/>
                  </a:cubicBezTo>
                  <a:lnTo>
                    <a:pt x="632930" y="1895134"/>
                  </a:ln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sp>
          <p:nvSpPr>
            <p:cNvPr id="11" name="Freeform 5"/>
            <p:cNvSpPr/>
            <p:nvPr/>
          </p:nvSpPr>
          <p:spPr>
            <a:xfrm rot="10800000">
              <a:off x="2395981" y="1852194"/>
              <a:ext cx="1495486" cy="1325435"/>
            </a:xfrm>
            <a:custGeom>
              <a:avLst/>
              <a:gdLst/>
              <a:ahLst/>
              <a:cxnLst/>
              <a:rect l="0" t="0" r="r" b="b"/>
              <a:pathLst>
                <a:path w="1495486" h="1325435">
                  <a:moveTo>
                    <a:pt x="442664" y="1325435"/>
                  </a:moveTo>
                  <a:cubicBezTo>
                    <a:pt x="400246" y="1325435"/>
                    <a:pt x="346953" y="1294965"/>
                    <a:pt x="325200" y="1257966"/>
                  </a:cubicBezTo>
                  <a:cubicBezTo>
                    <a:pt x="20665" y="730186"/>
                    <a:pt x="20665" y="730186"/>
                    <a:pt x="20665" y="730186"/>
                  </a:cubicBezTo>
                  <a:cubicBezTo>
                    <a:pt x="0" y="693187"/>
                    <a:pt x="0" y="632248"/>
                    <a:pt x="20665" y="595249"/>
                  </a:cubicBezTo>
                  <a:cubicBezTo>
                    <a:pt x="325200" y="67469"/>
                    <a:pt x="325200" y="67469"/>
                    <a:pt x="325200" y="67469"/>
                  </a:cubicBezTo>
                  <a:cubicBezTo>
                    <a:pt x="346953" y="30470"/>
                    <a:pt x="400246" y="0"/>
                    <a:pt x="442664" y="0"/>
                  </a:cubicBezTo>
                  <a:cubicBezTo>
                    <a:pt x="1051735" y="0"/>
                    <a:pt x="1051735" y="0"/>
                    <a:pt x="1051735" y="0"/>
                  </a:cubicBezTo>
                  <a:cubicBezTo>
                    <a:pt x="1095240" y="0"/>
                    <a:pt x="1147446" y="30470"/>
                    <a:pt x="1169198" y="67469"/>
                  </a:cubicBezTo>
                  <a:cubicBezTo>
                    <a:pt x="1473733" y="595249"/>
                    <a:pt x="1473733" y="595249"/>
                    <a:pt x="1473733" y="595249"/>
                  </a:cubicBezTo>
                  <a:cubicBezTo>
                    <a:pt x="1495486" y="632248"/>
                    <a:pt x="1495486" y="693187"/>
                    <a:pt x="1473733" y="730186"/>
                  </a:cubicBezTo>
                  <a:cubicBezTo>
                    <a:pt x="1169198" y="1257966"/>
                    <a:pt x="1169198" y="1257966"/>
                    <a:pt x="1169198" y="1257966"/>
                  </a:cubicBezTo>
                  <a:cubicBezTo>
                    <a:pt x="1147446" y="1294965"/>
                    <a:pt x="1095240" y="1325435"/>
                    <a:pt x="1051735" y="1325435"/>
                  </a:cubicBezTo>
                  <a:lnTo>
                    <a:pt x="442664" y="1325435"/>
                  </a:ln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grpSp>
      <p:grpSp>
        <p:nvGrpSpPr>
          <p:cNvPr id="12" name="组合 11"/>
          <p:cNvGrpSpPr/>
          <p:nvPr/>
        </p:nvGrpSpPr>
        <p:grpSpPr>
          <a:xfrm>
            <a:off x="533843" y="4478855"/>
            <a:ext cx="3148101" cy="1081418"/>
            <a:chOff x="1054646" y="4525573"/>
            <a:chExt cx="3147691" cy="1081668"/>
          </a:xfrm>
        </p:grpSpPr>
        <p:sp>
          <p:nvSpPr>
            <p:cNvPr id="13" name="任意多边形 8"/>
            <p:cNvSpPr/>
            <p:nvPr/>
          </p:nvSpPr>
          <p:spPr>
            <a:xfrm rot="10800000">
              <a:off x="1054646" y="4525573"/>
              <a:ext cx="3147690" cy="1074074"/>
            </a:xfrm>
            <a:custGeom>
              <a:avLst/>
              <a:gdLst/>
              <a:ahLst/>
              <a:cxnLst/>
              <a:rect l="l" t="t" r="r" b="b"/>
              <a:pathLst>
                <a:path w="3147690" h="1074074">
                  <a:moveTo>
                    <a:pt x="2657828" y="852800"/>
                  </a:moveTo>
                  <a:cubicBezTo>
                    <a:pt x="2678557" y="852800"/>
                    <a:pt x="2703431" y="838283"/>
                    <a:pt x="2713796" y="820654"/>
                  </a:cubicBezTo>
                  <a:cubicBezTo>
                    <a:pt x="2713796" y="820654"/>
                    <a:pt x="2713796" y="820654"/>
                    <a:pt x="2858897" y="569183"/>
                  </a:cubicBezTo>
                  <a:cubicBezTo>
                    <a:pt x="2869261" y="551555"/>
                    <a:pt x="2869261" y="522519"/>
                    <a:pt x="2858897" y="504890"/>
                  </a:cubicBezTo>
                  <a:cubicBezTo>
                    <a:pt x="2858897" y="504890"/>
                    <a:pt x="2858897" y="504890"/>
                    <a:pt x="2713796" y="253420"/>
                  </a:cubicBezTo>
                  <a:cubicBezTo>
                    <a:pt x="2703431" y="235791"/>
                    <a:pt x="2678557" y="221273"/>
                    <a:pt x="2657828" y="221273"/>
                  </a:cubicBezTo>
                  <a:cubicBezTo>
                    <a:pt x="2657828" y="221273"/>
                    <a:pt x="2657828" y="221273"/>
                    <a:pt x="2535399" y="221273"/>
                  </a:cubicBezTo>
                  <a:lnTo>
                    <a:pt x="2506258" y="221273"/>
                  </a:lnTo>
                  <a:lnTo>
                    <a:pt x="2501724" y="221273"/>
                  </a:lnTo>
                  <a:lnTo>
                    <a:pt x="2469982" y="221273"/>
                  </a:lnTo>
                  <a:lnTo>
                    <a:pt x="2463415" y="221273"/>
                  </a:lnTo>
                  <a:lnTo>
                    <a:pt x="2383829" y="221273"/>
                  </a:lnTo>
                  <a:lnTo>
                    <a:pt x="2367626" y="221273"/>
                  </a:lnTo>
                  <a:lnTo>
                    <a:pt x="2354688" y="221273"/>
                  </a:lnTo>
                  <a:lnTo>
                    <a:pt x="2350154" y="221273"/>
                  </a:lnTo>
                  <a:lnTo>
                    <a:pt x="2318413" y="221273"/>
                  </a:lnTo>
                  <a:lnTo>
                    <a:pt x="2311846" y="221273"/>
                  </a:lnTo>
                  <a:lnTo>
                    <a:pt x="2232259" y="221273"/>
                  </a:lnTo>
                  <a:lnTo>
                    <a:pt x="2216056" y="221273"/>
                  </a:lnTo>
                  <a:lnTo>
                    <a:pt x="2160276" y="221273"/>
                  </a:lnTo>
                  <a:cubicBezTo>
                    <a:pt x="2132503" y="221273"/>
                    <a:pt x="2100762" y="221273"/>
                    <a:pt x="2064487" y="221273"/>
                  </a:cubicBezTo>
                  <a:lnTo>
                    <a:pt x="2061146" y="222271"/>
                  </a:lnTo>
                  <a:lnTo>
                    <a:pt x="2057785" y="221273"/>
                  </a:lnTo>
                  <a:cubicBezTo>
                    <a:pt x="2057785" y="221273"/>
                    <a:pt x="2057785" y="221273"/>
                    <a:pt x="1767583" y="221273"/>
                  </a:cubicBezTo>
                  <a:lnTo>
                    <a:pt x="1764242" y="222271"/>
                  </a:lnTo>
                  <a:lnTo>
                    <a:pt x="1760881" y="221273"/>
                  </a:lnTo>
                  <a:cubicBezTo>
                    <a:pt x="1760881" y="221273"/>
                    <a:pt x="1760881" y="221273"/>
                    <a:pt x="1566469" y="221273"/>
                  </a:cubicBezTo>
                  <a:lnTo>
                    <a:pt x="1487274" y="221273"/>
                  </a:lnTo>
                  <a:lnTo>
                    <a:pt x="1482739" y="221273"/>
                  </a:lnTo>
                  <a:lnTo>
                    <a:pt x="1470679" y="221273"/>
                  </a:lnTo>
                  <a:lnTo>
                    <a:pt x="1450999" y="221273"/>
                  </a:lnTo>
                  <a:cubicBezTo>
                    <a:pt x="1423793" y="221273"/>
                    <a:pt x="1376181" y="221273"/>
                    <a:pt x="1292861" y="221273"/>
                  </a:cubicBezTo>
                  <a:lnTo>
                    <a:pt x="1267803" y="221273"/>
                  </a:lnTo>
                  <a:lnTo>
                    <a:pt x="1263268" y="221273"/>
                  </a:lnTo>
                  <a:lnTo>
                    <a:pt x="1231527" y="221273"/>
                  </a:lnTo>
                  <a:lnTo>
                    <a:pt x="1197072" y="221273"/>
                  </a:lnTo>
                  <a:lnTo>
                    <a:pt x="1147691" y="221273"/>
                  </a:lnTo>
                  <a:lnTo>
                    <a:pt x="1145374" y="221273"/>
                  </a:lnTo>
                  <a:lnTo>
                    <a:pt x="1143157" y="221273"/>
                  </a:lnTo>
                  <a:lnTo>
                    <a:pt x="1111416" y="221273"/>
                  </a:lnTo>
                  <a:lnTo>
                    <a:pt x="1073390" y="221273"/>
                  </a:lnTo>
                  <a:lnTo>
                    <a:pt x="1025262" y="221273"/>
                  </a:lnTo>
                  <a:lnTo>
                    <a:pt x="977601" y="221273"/>
                  </a:lnTo>
                  <a:lnTo>
                    <a:pt x="953279" y="221273"/>
                  </a:lnTo>
                  <a:lnTo>
                    <a:pt x="892538" y="221273"/>
                  </a:lnTo>
                  <a:lnTo>
                    <a:pt x="888004" y="221273"/>
                  </a:lnTo>
                  <a:lnTo>
                    <a:pt x="857489" y="221273"/>
                  </a:lnTo>
                  <a:lnTo>
                    <a:pt x="856263" y="221273"/>
                  </a:lnTo>
                  <a:lnTo>
                    <a:pt x="783951" y="221273"/>
                  </a:lnTo>
                  <a:cubicBezTo>
                    <a:pt x="783951" y="221273"/>
                    <a:pt x="783951" y="221273"/>
                    <a:pt x="779417" y="221273"/>
                  </a:cubicBezTo>
                  <a:lnTo>
                    <a:pt x="770109" y="221273"/>
                  </a:lnTo>
                  <a:lnTo>
                    <a:pt x="747676" y="221273"/>
                  </a:lnTo>
                  <a:lnTo>
                    <a:pt x="698126" y="221273"/>
                  </a:lnTo>
                  <a:lnTo>
                    <a:pt x="661522" y="221273"/>
                  </a:lnTo>
                  <a:lnTo>
                    <a:pt x="602336" y="221273"/>
                  </a:lnTo>
                  <a:lnTo>
                    <a:pt x="589539" y="221273"/>
                  </a:lnTo>
                  <a:cubicBezTo>
                    <a:pt x="561765" y="221273"/>
                    <a:pt x="530024" y="221273"/>
                    <a:pt x="493749" y="221273"/>
                  </a:cubicBezTo>
                  <a:cubicBezTo>
                    <a:pt x="473539" y="221273"/>
                    <a:pt x="448146" y="235791"/>
                    <a:pt x="437782" y="253420"/>
                  </a:cubicBezTo>
                  <a:cubicBezTo>
                    <a:pt x="437782" y="253420"/>
                    <a:pt x="437782" y="253420"/>
                    <a:pt x="292681" y="504890"/>
                  </a:cubicBezTo>
                  <a:cubicBezTo>
                    <a:pt x="282834" y="522519"/>
                    <a:pt x="282834" y="551555"/>
                    <a:pt x="292681" y="569183"/>
                  </a:cubicBezTo>
                  <a:cubicBezTo>
                    <a:pt x="292681" y="569183"/>
                    <a:pt x="292681" y="569183"/>
                    <a:pt x="437782" y="820654"/>
                  </a:cubicBezTo>
                  <a:cubicBezTo>
                    <a:pt x="448146" y="838283"/>
                    <a:pt x="473539" y="852800"/>
                    <a:pt x="493749" y="852800"/>
                  </a:cubicBezTo>
                  <a:lnTo>
                    <a:pt x="602336" y="852800"/>
                  </a:lnTo>
                  <a:lnTo>
                    <a:pt x="783951" y="852800"/>
                  </a:lnTo>
                  <a:lnTo>
                    <a:pt x="857489" y="852800"/>
                  </a:lnTo>
                  <a:lnTo>
                    <a:pt x="892538" y="852800"/>
                  </a:lnTo>
                  <a:lnTo>
                    <a:pt x="977601" y="852800"/>
                  </a:lnTo>
                  <a:lnTo>
                    <a:pt x="1147691" y="852800"/>
                  </a:lnTo>
                  <a:lnTo>
                    <a:pt x="1197072" y="852800"/>
                  </a:lnTo>
                  <a:lnTo>
                    <a:pt x="1267803" y="852800"/>
                  </a:lnTo>
                  <a:lnTo>
                    <a:pt x="1470679" y="852800"/>
                  </a:lnTo>
                  <a:lnTo>
                    <a:pt x="1487274" y="852800"/>
                  </a:lnTo>
                  <a:lnTo>
                    <a:pt x="1760881" y="852800"/>
                  </a:lnTo>
                  <a:lnTo>
                    <a:pt x="1764242" y="851802"/>
                  </a:lnTo>
                  <a:lnTo>
                    <a:pt x="1767583" y="852800"/>
                  </a:lnTo>
                  <a:lnTo>
                    <a:pt x="2057785" y="852800"/>
                  </a:lnTo>
                  <a:lnTo>
                    <a:pt x="2061146" y="851802"/>
                  </a:lnTo>
                  <a:lnTo>
                    <a:pt x="2064487" y="852800"/>
                  </a:lnTo>
                  <a:lnTo>
                    <a:pt x="2216056" y="852800"/>
                  </a:lnTo>
                  <a:lnTo>
                    <a:pt x="2354688" y="852800"/>
                  </a:lnTo>
                  <a:lnTo>
                    <a:pt x="2367626" y="852800"/>
                  </a:lnTo>
                  <a:lnTo>
                    <a:pt x="2506258" y="852800"/>
                  </a:lnTo>
                  <a:close/>
                  <a:moveTo>
                    <a:pt x="2792501" y="1074074"/>
                  </a:moveTo>
                  <a:lnTo>
                    <a:pt x="2406119" y="1074074"/>
                  </a:lnTo>
                  <a:lnTo>
                    <a:pt x="2298938" y="1074074"/>
                  </a:lnTo>
                  <a:lnTo>
                    <a:pt x="1943167" y="1074074"/>
                  </a:lnTo>
                  <a:lnTo>
                    <a:pt x="1912555" y="1074074"/>
                  </a:lnTo>
                  <a:lnTo>
                    <a:pt x="1723612" y="1074074"/>
                  </a:lnTo>
                  <a:lnTo>
                    <a:pt x="1449603" y="1074074"/>
                  </a:lnTo>
                  <a:lnTo>
                    <a:pt x="1376575" y="1074074"/>
                  </a:lnTo>
                  <a:lnTo>
                    <a:pt x="1230049" y="1074074"/>
                  </a:lnTo>
                  <a:lnTo>
                    <a:pt x="1133178" y="1074074"/>
                  </a:lnTo>
                  <a:lnTo>
                    <a:pt x="990193" y="1074074"/>
                  </a:lnTo>
                  <a:lnTo>
                    <a:pt x="883011" y="1074074"/>
                  </a:lnTo>
                  <a:lnTo>
                    <a:pt x="848092" y="1074074"/>
                  </a:lnTo>
                  <a:lnTo>
                    <a:pt x="639614" y="1074074"/>
                  </a:lnTo>
                  <a:lnTo>
                    <a:pt x="496629" y="1074074"/>
                  </a:lnTo>
                  <a:lnTo>
                    <a:pt x="354528" y="1074074"/>
                  </a:lnTo>
                  <a:cubicBezTo>
                    <a:pt x="320156" y="1074074"/>
                    <a:pt x="276968" y="1049383"/>
                    <a:pt x="259342" y="1019400"/>
                  </a:cubicBezTo>
                  <a:cubicBezTo>
                    <a:pt x="12560" y="591710"/>
                    <a:pt x="12560" y="591710"/>
                    <a:pt x="12560" y="591710"/>
                  </a:cubicBezTo>
                  <a:cubicBezTo>
                    <a:pt x="-4186" y="561729"/>
                    <a:pt x="-4186" y="512345"/>
                    <a:pt x="12560" y="482364"/>
                  </a:cubicBezTo>
                  <a:cubicBezTo>
                    <a:pt x="259342" y="54674"/>
                    <a:pt x="259342" y="54674"/>
                    <a:pt x="259342" y="54674"/>
                  </a:cubicBezTo>
                  <a:cubicBezTo>
                    <a:pt x="276968" y="24691"/>
                    <a:pt x="320156" y="0"/>
                    <a:pt x="354528" y="0"/>
                  </a:cubicBezTo>
                  <a:lnTo>
                    <a:pt x="496629" y="0"/>
                  </a:lnTo>
                  <a:lnTo>
                    <a:pt x="517443" y="0"/>
                  </a:lnTo>
                  <a:lnTo>
                    <a:pt x="639614" y="0"/>
                  </a:lnTo>
                  <a:lnTo>
                    <a:pt x="639870" y="0"/>
                  </a:lnTo>
                  <a:lnTo>
                    <a:pt x="659544" y="0"/>
                  </a:lnTo>
                  <a:lnTo>
                    <a:pt x="727593" y="0"/>
                  </a:lnTo>
                  <a:lnTo>
                    <a:pt x="781971" y="0"/>
                  </a:lnTo>
                  <a:lnTo>
                    <a:pt x="786397" y="0"/>
                  </a:lnTo>
                  <a:lnTo>
                    <a:pt x="802529" y="0"/>
                  </a:lnTo>
                  <a:lnTo>
                    <a:pt x="822064" y="0"/>
                  </a:lnTo>
                  <a:cubicBezTo>
                    <a:pt x="848092" y="0"/>
                    <a:pt x="848092" y="0"/>
                    <a:pt x="848092" y="0"/>
                  </a:cubicBezTo>
                  <a:lnTo>
                    <a:pt x="869694" y="0"/>
                  </a:lnTo>
                  <a:lnTo>
                    <a:pt x="883011" y="0"/>
                  </a:lnTo>
                  <a:lnTo>
                    <a:pt x="924956" y="0"/>
                  </a:lnTo>
                  <a:lnTo>
                    <a:pt x="928497" y="0"/>
                  </a:lnTo>
                  <a:lnTo>
                    <a:pt x="964164" y="0"/>
                  </a:lnTo>
                  <a:lnTo>
                    <a:pt x="982480" y="0"/>
                  </a:lnTo>
                  <a:lnTo>
                    <a:pt x="990193" y="0"/>
                  </a:lnTo>
                  <a:lnTo>
                    <a:pt x="1012679" y="0"/>
                  </a:lnTo>
                  <a:lnTo>
                    <a:pt x="1045926" y="0"/>
                  </a:lnTo>
                  <a:lnTo>
                    <a:pt x="1071482" y="0"/>
                  </a:lnTo>
                  <a:lnTo>
                    <a:pt x="1107149" y="0"/>
                  </a:lnTo>
                  <a:lnTo>
                    <a:pt x="1125465" y="0"/>
                  </a:lnTo>
                  <a:lnTo>
                    <a:pt x="1133178" y="0"/>
                  </a:lnTo>
                  <a:lnTo>
                    <a:pt x="1168353" y="0"/>
                  </a:lnTo>
                  <a:lnTo>
                    <a:pt x="1230049" y="0"/>
                  </a:lnTo>
                  <a:lnTo>
                    <a:pt x="1256076" y="0"/>
                  </a:lnTo>
                  <a:lnTo>
                    <a:pt x="1314879" y="0"/>
                  </a:lnTo>
                  <a:lnTo>
                    <a:pt x="1350547" y="0"/>
                  </a:lnTo>
                  <a:lnTo>
                    <a:pt x="1368862" y="0"/>
                  </a:lnTo>
                  <a:lnTo>
                    <a:pt x="1376575" y="0"/>
                  </a:lnTo>
                  <a:lnTo>
                    <a:pt x="1392963" y="0"/>
                  </a:lnTo>
                  <a:lnTo>
                    <a:pt x="1449603" y="0"/>
                  </a:lnTo>
                  <a:lnTo>
                    <a:pt x="1515390" y="0"/>
                  </a:lnTo>
                  <a:lnTo>
                    <a:pt x="1603113" y="0"/>
                  </a:lnTo>
                  <a:lnTo>
                    <a:pt x="1612518" y="0"/>
                  </a:lnTo>
                  <a:lnTo>
                    <a:pt x="1661917" y="0"/>
                  </a:lnTo>
                  <a:lnTo>
                    <a:pt x="1697584" y="0"/>
                  </a:lnTo>
                  <a:lnTo>
                    <a:pt x="1715900" y="0"/>
                  </a:lnTo>
                  <a:lnTo>
                    <a:pt x="1723612" y="0"/>
                  </a:lnTo>
                  <a:lnTo>
                    <a:pt x="1734944" y="0"/>
                  </a:lnTo>
                  <a:cubicBezTo>
                    <a:pt x="1804352" y="0"/>
                    <a:pt x="1850623" y="0"/>
                    <a:pt x="1881471" y="0"/>
                  </a:cubicBezTo>
                  <a:lnTo>
                    <a:pt x="1912555" y="0"/>
                  </a:lnTo>
                  <a:lnTo>
                    <a:pt x="1917139" y="0"/>
                  </a:lnTo>
                  <a:lnTo>
                    <a:pt x="1935455" y="0"/>
                  </a:lnTo>
                  <a:lnTo>
                    <a:pt x="1943167" y="0"/>
                  </a:lnTo>
                  <a:lnTo>
                    <a:pt x="2038763" y="0"/>
                  </a:lnTo>
                  <a:cubicBezTo>
                    <a:pt x="2152770" y="0"/>
                    <a:pt x="2231395" y="0"/>
                    <a:pt x="2285620" y="0"/>
                  </a:cubicBezTo>
                  <a:lnTo>
                    <a:pt x="2298938" y="0"/>
                  </a:lnTo>
                  <a:lnTo>
                    <a:pt x="2344423" y="0"/>
                  </a:lnTo>
                  <a:lnTo>
                    <a:pt x="2380091" y="0"/>
                  </a:lnTo>
                  <a:lnTo>
                    <a:pt x="2398407" y="0"/>
                  </a:lnTo>
                  <a:lnTo>
                    <a:pt x="2406119" y="0"/>
                  </a:lnTo>
                  <a:lnTo>
                    <a:pt x="2461852" y="0"/>
                  </a:lnTo>
                  <a:cubicBezTo>
                    <a:pt x="2792501" y="0"/>
                    <a:pt x="2792501" y="0"/>
                    <a:pt x="2792501" y="0"/>
                  </a:cubicBezTo>
                  <a:cubicBezTo>
                    <a:pt x="2827756" y="0"/>
                    <a:pt x="2870061" y="24691"/>
                    <a:pt x="2887687" y="54674"/>
                  </a:cubicBezTo>
                  <a:cubicBezTo>
                    <a:pt x="3134469" y="482364"/>
                    <a:pt x="3134469" y="482364"/>
                    <a:pt x="3134469" y="482364"/>
                  </a:cubicBezTo>
                  <a:cubicBezTo>
                    <a:pt x="3152097" y="512345"/>
                    <a:pt x="3152097" y="561729"/>
                    <a:pt x="3134469" y="591710"/>
                  </a:cubicBezTo>
                  <a:cubicBezTo>
                    <a:pt x="2887687" y="1019400"/>
                    <a:pt x="2887687" y="1019400"/>
                    <a:pt x="2887687" y="1019400"/>
                  </a:cubicBezTo>
                  <a:cubicBezTo>
                    <a:pt x="2870061" y="1049383"/>
                    <a:pt x="2827756" y="1074074"/>
                    <a:pt x="2792501" y="1074074"/>
                  </a:cubicBezTo>
                  <a:close/>
                </a:path>
              </a:pathLst>
            </a:custGeom>
            <a:solidFill>
              <a:srgbClr val="E87071"/>
            </a:solidFill>
            <a:ln>
              <a:noFill/>
            </a:ln>
            <a:effectLst>
              <a:innerShdw blurRad="101600" dist="63500" dir="2700000">
                <a:srgbClr val="000000">
                  <a:alpha val="50000"/>
                </a:srgbClr>
              </a:innerShdw>
            </a:effectLst>
          </p:spPr>
          <p:txBody>
            <a:bodyPr vert="horz" wrap="square" lIns="91440" tIns="45720" rIns="91440" bIns="45720" numCol="1" anchor="t" anchorCtr="0"/>
            <a:lstStyle/>
            <a:p>
              <a:endParaRPr lang="zh-CN">
                <a:solidFill>
                  <a:srgbClr val="000000"/>
                </a:solidFill>
              </a:endParaRPr>
            </a:p>
          </p:txBody>
        </p:sp>
        <p:sp>
          <p:nvSpPr>
            <p:cNvPr id="14" name="任意多边形 9"/>
            <p:cNvSpPr/>
            <p:nvPr/>
          </p:nvSpPr>
          <p:spPr>
            <a:xfrm rot="10800000">
              <a:off x="1054646" y="4533167"/>
              <a:ext cx="3147691" cy="1074074"/>
            </a:xfrm>
            <a:custGeom>
              <a:avLst/>
              <a:gdLst/>
              <a:ahLst/>
              <a:cxnLst/>
              <a:rect l="l" t="t" r="r" b="b"/>
              <a:pathLst>
                <a:path w="3147691" h="1074074">
                  <a:moveTo>
                    <a:pt x="2792502" y="1074074"/>
                  </a:moveTo>
                  <a:lnTo>
                    <a:pt x="2406120" y="1074074"/>
                  </a:lnTo>
                  <a:lnTo>
                    <a:pt x="2298938" y="1074074"/>
                  </a:lnTo>
                  <a:lnTo>
                    <a:pt x="1943168" y="1074074"/>
                  </a:lnTo>
                  <a:lnTo>
                    <a:pt x="1912556" y="1074074"/>
                  </a:lnTo>
                  <a:lnTo>
                    <a:pt x="1723613" y="1074074"/>
                  </a:lnTo>
                  <a:lnTo>
                    <a:pt x="1449604" y="1074074"/>
                  </a:lnTo>
                  <a:lnTo>
                    <a:pt x="1376575" y="1074074"/>
                  </a:lnTo>
                  <a:lnTo>
                    <a:pt x="1230049" y="1074074"/>
                  </a:lnTo>
                  <a:lnTo>
                    <a:pt x="1133178" y="1074074"/>
                  </a:lnTo>
                  <a:lnTo>
                    <a:pt x="990193" y="1074074"/>
                  </a:lnTo>
                  <a:lnTo>
                    <a:pt x="883011" y="1074074"/>
                  </a:lnTo>
                  <a:lnTo>
                    <a:pt x="848092" y="1074074"/>
                  </a:lnTo>
                  <a:lnTo>
                    <a:pt x="639614" y="1074074"/>
                  </a:lnTo>
                  <a:lnTo>
                    <a:pt x="496629" y="1074074"/>
                  </a:lnTo>
                  <a:lnTo>
                    <a:pt x="354529" y="1074074"/>
                  </a:lnTo>
                  <a:cubicBezTo>
                    <a:pt x="320156" y="1074074"/>
                    <a:pt x="276968" y="1049383"/>
                    <a:pt x="259342" y="1019400"/>
                  </a:cubicBezTo>
                  <a:cubicBezTo>
                    <a:pt x="12560" y="591710"/>
                    <a:pt x="12560" y="591710"/>
                    <a:pt x="12560" y="591710"/>
                  </a:cubicBezTo>
                  <a:cubicBezTo>
                    <a:pt x="-4186" y="561729"/>
                    <a:pt x="-4186" y="512345"/>
                    <a:pt x="12560" y="482364"/>
                  </a:cubicBezTo>
                  <a:cubicBezTo>
                    <a:pt x="259342" y="54674"/>
                    <a:pt x="259342" y="54674"/>
                    <a:pt x="259342" y="54674"/>
                  </a:cubicBezTo>
                  <a:cubicBezTo>
                    <a:pt x="276968" y="24691"/>
                    <a:pt x="320156" y="0"/>
                    <a:pt x="354529" y="0"/>
                  </a:cubicBezTo>
                  <a:lnTo>
                    <a:pt x="496629" y="0"/>
                  </a:lnTo>
                  <a:lnTo>
                    <a:pt x="517444" y="0"/>
                  </a:lnTo>
                  <a:lnTo>
                    <a:pt x="639614" y="0"/>
                  </a:lnTo>
                  <a:lnTo>
                    <a:pt x="639870" y="0"/>
                  </a:lnTo>
                  <a:lnTo>
                    <a:pt x="659544" y="0"/>
                  </a:lnTo>
                  <a:lnTo>
                    <a:pt x="727594" y="0"/>
                  </a:lnTo>
                  <a:lnTo>
                    <a:pt x="781971" y="0"/>
                  </a:lnTo>
                  <a:lnTo>
                    <a:pt x="786397" y="0"/>
                  </a:lnTo>
                  <a:lnTo>
                    <a:pt x="802529" y="0"/>
                  </a:lnTo>
                  <a:lnTo>
                    <a:pt x="822064" y="0"/>
                  </a:lnTo>
                  <a:cubicBezTo>
                    <a:pt x="848092" y="0"/>
                    <a:pt x="848092" y="0"/>
                    <a:pt x="848092" y="0"/>
                  </a:cubicBezTo>
                  <a:lnTo>
                    <a:pt x="869694" y="0"/>
                  </a:lnTo>
                  <a:lnTo>
                    <a:pt x="883011" y="0"/>
                  </a:lnTo>
                  <a:lnTo>
                    <a:pt x="924956" y="0"/>
                  </a:lnTo>
                  <a:lnTo>
                    <a:pt x="928497" y="0"/>
                  </a:lnTo>
                  <a:lnTo>
                    <a:pt x="964165" y="0"/>
                  </a:lnTo>
                  <a:lnTo>
                    <a:pt x="982481" y="0"/>
                  </a:lnTo>
                  <a:lnTo>
                    <a:pt x="990193" y="0"/>
                  </a:lnTo>
                  <a:lnTo>
                    <a:pt x="1012679" y="0"/>
                  </a:lnTo>
                  <a:lnTo>
                    <a:pt x="1045926" y="0"/>
                  </a:lnTo>
                  <a:lnTo>
                    <a:pt x="1071482" y="0"/>
                  </a:lnTo>
                  <a:lnTo>
                    <a:pt x="1107150" y="0"/>
                  </a:lnTo>
                  <a:lnTo>
                    <a:pt x="1125466" y="0"/>
                  </a:lnTo>
                  <a:lnTo>
                    <a:pt x="1133178" y="0"/>
                  </a:lnTo>
                  <a:lnTo>
                    <a:pt x="1168353" y="0"/>
                  </a:lnTo>
                  <a:lnTo>
                    <a:pt x="1230049" y="0"/>
                  </a:lnTo>
                  <a:lnTo>
                    <a:pt x="1256076" y="0"/>
                  </a:lnTo>
                  <a:lnTo>
                    <a:pt x="1314880" y="0"/>
                  </a:lnTo>
                  <a:lnTo>
                    <a:pt x="1350547" y="0"/>
                  </a:lnTo>
                  <a:lnTo>
                    <a:pt x="1368863" y="0"/>
                  </a:lnTo>
                  <a:lnTo>
                    <a:pt x="1376575" y="0"/>
                  </a:lnTo>
                  <a:lnTo>
                    <a:pt x="1392964" y="0"/>
                  </a:lnTo>
                  <a:lnTo>
                    <a:pt x="1449604" y="0"/>
                  </a:lnTo>
                  <a:lnTo>
                    <a:pt x="1515391" y="0"/>
                  </a:lnTo>
                  <a:lnTo>
                    <a:pt x="1603113" y="0"/>
                  </a:lnTo>
                  <a:lnTo>
                    <a:pt x="1612519" y="0"/>
                  </a:lnTo>
                  <a:lnTo>
                    <a:pt x="1661917" y="0"/>
                  </a:lnTo>
                  <a:lnTo>
                    <a:pt x="1697584" y="0"/>
                  </a:lnTo>
                  <a:lnTo>
                    <a:pt x="1715900" y="0"/>
                  </a:lnTo>
                  <a:lnTo>
                    <a:pt x="1723613" y="0"/>
                  </a:lnTo>
                  <a:lnTo>
                    <a:pt x="1734945" y="0"/>
                  </a:lnTo>
                  <a:cubicBezTo>
                    <a:pt x="1804352" y="0"/>
                    <a:pt x="1850624" y="0"/>
                    <a:pt x="1881472" y="0"/>
                  </a:cubicBezTo>
                  <a:lnTo>
                    <a:pt x="1912556" y="0"/>
                  </a:lnTo>
                  <a:lnTo>
                    <a:pt x="1917139" y="0"/>
                  </a:lnTo>
                  <a:lnTo>
                    <a:pt x="1935455" y="0"/>
                  </a:lnTo>
                  <a:lnTo>
                    <a:pt x="1943168" y="0"/>
                  </a:lnTo>
                  <a:lnTo>
                    <a:pt x="2038764" y="0"/>
                  </a:lnTo>
                  <a:cubicBezTo>
                    <a:pt x="2152770" y="0"/>
                    <a:pt x="2231396" y="0"/>
                    <a:pt x="2285620" y="0"/>
                  </a:cubicBezTo>
                  <a:lnTo>
                    <a:pt x="2298938" y="0"/>
                  </a:lnTo>
                  <a:lnTo>
                    <a:pt x="2344424" y="0"/>
                  </a:lnTo>
                  <a:lnTo>
                    <a:pt x="2380092" y="0"/>
                  </a:lnTo>
                  <a:lnTo>
                    <a:pt x="2398407" y="0"/>
                  </a:lnTo>
                  <a:lnTo>
                    <a:pt x="2406120" y="0"/>
                  </a:lnTo>
                  <a:lnTo>
                    <a:pt x="2461853" y="0"/>
                  </a:lnTo>
                  <a:cubicBezTo>
                    <a:pt x="2792502" y="0"/>
                    <a:pt x="2792502" y="0"/>
                    <a:pt x="2792502" y="0"/>
                  </a:cubicBezTo>
                  <a:cubicBezTo>
                    <a:pt x="2827757" y="0"/>
                    <a:pt x="2870062" y="24691"/>
                    <a:pt x="2887688" y="54674"/>
                  </a:cubicBezTo>
                  <a:cubicBezTo>
                    <a:pt x="3134470" y="482364"/>
                    <a:pt x="3134470" y="482364"/>
                    <a:pt x="3134470" y="482364"/>
                  </a:cubicBezTo>
                  <a:cubicBezTo>
                    <a:pt x="3152098" y="512345"/>
                    <a:pt x="3152098" y="561729"/>
                    <a:pt x="3134470" y="591710"/>
                  </a:cubicBezTo>
                  <a:cubicBezTo>
                    <a:pt x="2887688" y="1019400"/>
                    <a:pt x="2887688" y="1019400"/>
                    <a:pt x="2887688" y="1019400"/>
                  </a:cubicBezTo>
                  <a:cubicBezTo>
                    <a:pt x="2870062" y="1049383"/>
                    <a:pt x="2827757" y="1074074"/>
                    <a:pt x="2792502" y="1074074"/>
                  </a:cubicBezTo>
                  <a:close/>
                </a:path>
              </a:pathLst>
            </a:custGeom>
            <a:solidFill>
              <a:srgbClr val="FFB850">
                <a:alpha val="0"/>
              </a:srgbClr>
            </a:solidFill>
            <a:ln w="38100"/>
          </p:spPr>
          <p:txBody>
            <a:bodyPr vert="horz" wrap="square" lIns="91440" tIns="45720" rIns="91440" bIns="45720" numCol="1" anchor="t" anchorCtr="0"/>
            <a:lstStyle/>
            <a:p>
              <a:endParaRPr lang="zh-CN">
                <a:solidFill>
                  <a:srgbClr val="000000"/>
                </a:solidFill>
              </a:endParaRPr>
            </a:p>
          </p:txBody>
        </p:sp>
        <p:sp>
          <p:nvSpPr>
            <p:cNvPr id="15" name="任意多边形 10"/>
            <p:cNvSpPr/>
            <p:nvPr/>
          </p:nvSpPr>
          <p:spPr>
            <a:xfrm rot="10800000">
              <a:off x="1337803" y="4754441"/>
              <a:ext cx="2581375" cy="631527"/>
            </a:xfrm>
            <a:custGeom>
              <a:avLst/>
              <a:gdLst/>
              <a:ahLst/>
              <a:cxnLst/>
              <a:rect l="l" t="t" r="r" b="b"/>
              <a:pathLst>
                <a:path w="2581375" h="631527">
                  <a:moveTo>
                    <a:pt x="2372534" y="631527"/>
                  </a:moveTo>
                  <a:lnTo>
                    <a:pt x="2220964" y="631527"/>
                  </a:lnTo>
                  <a:lnTo>
                    <a:pt x="2082332" y="631527"/>
                  </a:lnTo>
                  <a:lnTo>
                    <a:pt x="2069394" y="631527"/>
                  </a:lnTo>
                  <a:lnTo>
                    <a:pt x="1930762" y="631527"/>
                  </a:lnTo>
                  <a:lnTo>
                    <a:pt x="1779192" y="631527"/>
                  </a:lnTo>
                  <a:lnTo>
                    <a:pt x="1775851" y="630529"/>
                  </a:lnTo>
                  <a:lnTo>
                    <a:pt x="1772490" y="631527"/>
                  </a:lnTo>
                  <a:lnTo>
                    <a:pt x="1482288" y="631527"/>
                  </a:lnTo>
                  <a:lnTo>
                    <a:pt x="1478948" y="630529"/>
                  </a:lnTo>
                  <a:lnTo>
                    <a:pt x="1475587" y="631527"/>
                  </a:lnTo>
                  <a:lnTo>
                    <a:pt x="1201979" y="631527"/>
                  </a:lnTo>
                  <a:lnTo>
                    <a:pt x="1185385" y="631527"/>
                  </a:lnTo>
                  <a:lnTo>
                    <a:pt x="982508" y="631527"/>
                  </a:lnTo>
                  <a:lnTo>
                    <a:pt x="911777" y="631527"/>
                  </a:lnTo>
                  <a:lnTo>
                    <a:pt x="862396" y="631527"/>
                  </a:lnTo>
                  <a:lnTo>
                    <a:pt x="692306" y="631527"/>
                  </a:lnTo>
                  <a:lnTo>
                    <a:pt x="607243" y="631527"/>
                  </a:lnTo>
                  <a:lnTo>
                    <a:pt x="572194" y="631527"/>
                  </a:lnTo>
                  <a:lnTo>
                    <a:pt x="498656" y="631527"/>
                  </a:lnTo>
                  <a:lnTo>
                    <a:pt x="317041" y="631527"/>
                  </a:lnTo>
                  <a:lnTo>
                    <a:pt x="208454" y="631527"/>
                  </a:lnTo>
                  <a:cubicBezTo>
                    <a:pt x="188244" y="631527"/>
                    <a:pt x="162850" y="617010"/>
                    <a:pt x="152486" y="599380"/>
                  </a:cubicBezTo>
                  <a:cubicBezTo>
                    <a:pt x="7385" y="347910"/>
                    <a:pt x="7385" y="347910"/>
                    <a:pt x="7385" y="347910"/>
                  </a:cubicBezTo>
                  <a:cubicBezTo>
                    <a:pt x="-2461" y="330282"/>
                    <a:pt x="-2461" y="301246"/>
                    <a:pt x="7385" y="283617"/>
                  </a:cubicBezTo>
                  <a:cubicBezTo>
                    <a:pt x="152486" y="32147"/>
                    <a:pt x="152486" y="32147"/>
                    <a:pt x="152486" y="32147"/>
                  </a:cubicBezTo>
                  <a:cubicBezTo>
                    <a:pt x="162850" y="14518"/>
                    <a:pt x="188244" y="0"/>
                    <a:pt x="208454" y="0"/>
                  </a:cubicBezTo>
                  <a:cubicBezTo>
                    <a:pt x="244729" y="0"/>
                    <a:pt x="276470" y="0"/>
                    <a:pt x="304243" y="0"/>
                  </a:cubicBezTo>
                  <a:lnTo>
                    <a:pt x="317041" y="0"/>
                  </a:lnTo>
                  <a:lnTo>
                    <a:pt x="376227" y="0"/>
                  </a:lnTo>
                  <a:lnTo>
                    <a:pt x="412831" y="0"/>
                  </a:lnTo>
                  <a:lnTo>
                    <a:pt x="462381" y="0"/>
                  </a:lnTo>
                  <a:lnTo>
                    <a:pt x="484814" y="0"/>
                  </a:lnTo>
                  <a:lnTo>
                    <a:pt x="494121" y="0"/>
                  </a:lnTo>
                  <a:cubicBezTo>
                    <a:pt x="498656" y="0"/>
                    <a:pt x="498656" y="0"/>
                    <a:pt x="498656" y="0"/>
                  </a:cubicBezTo>
                  <a:lnTo>
                    <a:pt x="570967" y="0"/>
                  </a:lnTo>
                  <a:lnTo>
                    <a:pt x="572194" y="0"/>
                  </a:lnTo>
                  <a:lnTo>
                    <a:pt x="602709" y="0"/>
                  </a:lnTo>
                  <a:lnTo>
                    <a:pt x="607243" y="0"/>
                  </a:lnTo>
                  <a:lnTo>
                    <a:pt x="667984" y="0"/>
                  </a:lnTo>
                  <a:lnTo>
                    <a:pt x="692306" y="0"/>
                  </a:lnTo>
                  <a:lnTo>
                    <a:pt x="739967" y="0"/>
                  </a:lnTo>
                  <a:lnTo>
                    <a:pt x="788095" y="0"/>
                  </a:lnTo>
                  <a:lnTo>
                    <a:pt x="826121" y="0"/>
                  </a:lnTo>
                  <a:lnTo>
                    <a:pt x="857862" y="0"/>
                  </a:lnTo>
                  <a:lnTo>
                    <a:pt x="860079" y="0"/>
                  </a:lnTo>
                  <a:lnTo>
                    <a:pt x="862396" y="0"/>
                  </a:lnTo>
                  <a:lnTo>
                    <a:pt x="911777" y="0"/>
                  </a:lnTo>
                  <a:lnTo>
                    <a:pt x="946232" y="0"/>
                  </a:lnTo>
                  <a:lnTo>
                    <a:pt x="977973" y="0"/>
                  </a:lnTo>
                  <a:lnTo>
                    <a:pt x="982508" y="0"/>
                  </a:lnTo>
                  <a:lnTo>
                    <a:pt x="1007567" y="0"/>
                  </a:lnTo>
                  <a:cubicBezTo>
                    <a:pt x="1090886" y="0"/>
                    <a:pt x="1138498" y="0"/>
                    <a:pt x="1165704" y="0"/>
                  </a:cubicBezTo>
                  <a:lnTo>
                    <a:pt x="1185385" y="0"/>
                  </a:lnTo>
                  <a:lnTo>
                    <a:pt x="1197445" y="0"/>
                  </a:lnTo>
                  <a:lnTo>
                    <a:pt x="1201979" y="0"/>
                  </a:lnTo>
                  <a:lnTo>
                    <a:pt x="1281174" y="0"/>
                  </a:lnTo>
                  <a:cubicBezTo>
                    <a:pt x="1475587" y="0"/>
                    <a:pt x="1475587" y="0"/>
                    <a:pt x="1475587" y="0"/>
                  </a:cubicBezTo>
                  <a:lnTo>
                    <a:pt x="1478948" y="998"/>
                  </a:lnTo>
                  <a:lnTo>
                    <a:pt x="1482288" y="0"/>
                  </a:lnTo>
                  <a:cubicBezTo>
                    <a:pt x="1772490" y="0"/>
                    <a:pt x="1772490" y="0"/>
                    <a:pt x="1772490" y="0"/>
                  </a:cubicBezTo>
                  <a:lnTo>
                    <a:pt x="1775851" y="998"/>
                  </a:lnTo>
                  <a:lnTo>
                    <a:pt x="1779192" y="0"/>
                  </a:lnTo>
                  <a:cubicBezTo>
                    <a:pt x="1815467" y="0"/>
                    <a:pt x="1847208" y="0"/>
                    <a:pt x="1874981" y="0"/>
                  </a:cubicBezTo>
                  <a:lnTo>
                    <a:pt x="1930762" y="0"/>
                  </a:lnTo>
                  <a:lnTo>
                    <a:pt x="1946965" y="0"/>
                  </a:lnTo>
                  <a:lnTo>
                    <a:pt x="2026551" y="0"/>
                  </a:lnTo>
                  <a:lnTo>
                    <a:pt x="2033118" y="0"/>
                  </a:lnTo>
                  <a:lnTo>
                    <a:pt x="2064859" y="0"/>
                  </a:lnTo>
                  <a:lnTo>
                    <a:pt x="2069394" y="0"/>
                  </a:lnTo>
                  <a:lnTo>
                    <a:pt x="2082332" y="0"/>
                  </a:lnTo>
                  <a:lnTo>
                    <a:pt x="2098535" y="0"/>
                  </a:lnTo>
                  <a:lnTo>
                    <a:pt x="2178121" y="0"/>
                  </a:lnTo>
                  <a:lnTo>
                    <a:pt x="2184688" y="0"/>
                  </a:lnTo>
                  <a:lnTo>
                    <a:pt x="2216429" y="0"/>
                  </a:lnTo>
                  <a:lnTo>
                    <a:pt x="2220964" y="0"/>
                  </a:lnTo>
                  <a:lnTo>
                    <a:pt x="2250105" y="0"/>
                  </a:lnTo>
                  <a:cubicBezTo>
                    <a:pt x="2372534" y="0"/>
                    <a:pt x="2372534" y="0"/>
                    <a:pt x="2372534" y="0"/>
                  </a:cubicBezTo>
                  <a:cubicBezTo>
                    <a:pt x="2393262" y="0"/>
                    <a:pt x="2418137" y="14518"/>
                    <a:pt x="2428501" y="32147"/>
                  </a:cubicBezTo>
                  <a:cubicBezTo>
                    <a:pt x="2573602" y="283617"/>
                    <a:pt x="2573602" y="283617"/>
                    <a:pt x="2573602" y="283617"/>
                  </a:cubicBezTo>
                  <a:cubicBezTo>
                    <a:pt x="2583966" y="301246"/>
                    <a:pt x="2583966" y="330282"/>
                    <a:pt x="2573602" y="347910"/>
                  </a:cubicBezTo>
                  <a:cubicBezTo>
                    <a:pt x="2428501" y="599380"/>
                    <a:pt x="2428501" y="599380"/>
                    <a:pt x="2428501" y="599380"/>
                  </a:cubicBezTo>
                  <a:cubicBezTo>
                    <a:pt x="2418137" y="617010"/>
                    <a:pt x="2393262" y="631527"/>
                    <a:pt x="2372534" y="631527"/>
                  </a:cubicBez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grpSp>
      <p:grpSp>
        <p:nvGrpSpPr>
          <p:cNvPr id="16" name="组合 15"/>
          <p:cNvGrpSpPr/>
          <p:nvPr/>
        </p:nvGrpSpPr>
        <p:grpSpPr>
          <a:xfrm>
            <a:off x="1562837" y="4077409"/>
            <a:ext cx="2138555" cy="1906599"/>
            <a:chOff x="2067005" y="4115042"/>
            <a:chExt cx="2138277" cy="1907040"/>
          </a:xfrm>
        </p:grpSpPr>
        <p:sp>
          <p:nvSpPr>
            <p:cNvPr id="17" name="任意多边形 11"/>
            <p:cNvSpPr/>
            <p:nvPr/>
          </p:nvSpPr>
          <p:spPr>
            <a:xfrm rot="10800000">
              <a:off x="2071834" y="4115042"/>
              <a:ext cx="2123116" cy="1895135"/>
            </a:xfrm>
            <a:custGeom>
              <a:avLst/>
              <a:gdLst/>
              <a:ahLst/>
              <a:cxnLst/>
              <a:rect l="l" t="t" r="r" b="b"/>
              <a:pathLst>
                <a:path w="2123116" h="1895135">
                  <a:moveTo>
                    <a:pt x="1365745" y="1610285"/>
                  </a:moveTo>
                  <a:cubicBezTo>
                    <a:pt x="1409250" y="1610285"/>
                    <a:pt x="1461456" y="1579816"/>
                    <a:pt x="1483209" y="1542817"/>
                  </a:cubicBezTo>
                  <a:cubicBezTo>
                    <a:pt x="1483209" y="1542817"/>
                    <a:pt x="1483209" y="1542817"/>
                    <a:pt x="1787744" y="1015037"/>
                  </a:cubicBezTo>
                  <a:cubicBezTo>
                    <a:pt x="1809497" y="978038"/>
                    <a:pt x="1809497" y="917098"/>
                    <a:pt x="1787744" y="880099"/>
                  </a:cubicBezTo>
                  <a:cubicBezTo>
                    <a:pt x="1787744" y="880099"/>
                    <a:pt x="1787744" y="880099"/>
                    <a:pt x="1483209" y="352319"/>
                  </a:cubicBezTo>
                  <a:cubicBezTo>
                    <a:pt x="1461456" y="315320"/>
                    <a:pt x="1409250" y="284850"/>
                    <a:pt x="1365745" y="284850"/>
                  </a:cubicBezTo>
                  <a:cubicBezTo>
                    <a:pt x="1365745" y="284850"/>
                    <a:pt x="1365745" y="284850"/>
                    <a:pt x="756674" y="284850"/>
                  </a:cubicBezTo>
                  <a:cubicBezTo>
                    <a:pt x="714256" y="284850"/>
                    <a:pt x="660963" y="315320"/>
                    <a:pt x="639210" y="352319"/>
                  </a:cubicBezTo>
                  <a:cubicBezTo>
                    <a:pt x="639210" y="352319"/>
                    <a:pt x="639210" y="352319"/>
                    <a:pt x="334675" y="880099"/>
                  </a:cubicBezTo>
                  <a:cubicBezTo>
                    <a:pt x="314010" y="917098"/>
                    <a:pt x="314010" y="978038"/>
                    <a:pt x="334675" y="1015037"/>
                  </a:cubicBezTo>
                  <a:cubicBezTo>
                    <a:pt x="334675" y="1015037"/>
                    <a:pt x="334675" y="1015037"/>
                    <a:pt x="639210" y="1542817"/>
                  </a:cubicBezTo>
                  <a:cubicBezTo>
                    <a:pt x="660963" y="1579816"/>
                    <a:pt x="714256" y="1610285"/>
                    <a:pt x="756674" y="1610285"/>
                  </a:cubicBezTo>
                  <a:close/>
                  <a:moveTo>
                    <a:pt x="1496406" y="1895135"/>
                  </a:moveTo>
                  <a:lnTo>
                    <a:pt x="625544" y="1895135"/>
                  </a:lnTo>
                  <a:cubicBezTo>
                    <a:pt x="564894" y="1895135"/>
                    <a:pt x="488694" y="1851569"/>
                    <a:pt x="457592" y="1798666"/>
                  </a:cubicBezTo>
                  <a:cubicBezTo>
                    <a:pt x="22161" y="1044036"/>
                    <a:pt x="22161" y="1044036"/>
                    <a:pt x="22161" y="1044036"/>
                  </a:cubicBezTo>
                  <a:cubicBezTo>
                    <a:pt x="-7387" y="991134"/>
                    <a:pt x="-7387" y="904001"/>
                    <a:pt x="22161" y="851100"/>
                  </a:cubicBezTo>
                  <a:cubicBezTo>
                    <a:pt x="457592" y="96469"/>
                    <a:pt x="457592" y="96469"/>
                    <a:pt x="457592" y="96469"/>
                  </a:cubicBezTo>
                  <a:cubicBezTo>
                    <a:pt x="488694" y="43567"/>
                    <a:pt x="564894" y="0"/>
                    <a:pt x="625544" y="0"/>
                  </a:cubicBezTo>
                  <a:cubicBezTo>
                    <a:pt x="1496406" y="0"/>
                    <a:pt x="1496406" y="0"/>
                    <a:pt x="1496406" y="0"/>
                  </a:cubicBezTo>
                  <a:cubicBezTo>
                    <a:pt x="1558610" y="0"/>
                    <a:pt x="1633256" y="43567"/>
                    <a:pt x="1664358" y="96469"/>
                  </a:cubicBezTo>
                  <a:cubicBezTo>
                    <a:pt x="2099789" y="851100"/>
                    <a:pt x="2099789" y="851100"/>
                    <a:pt x="2099789" y="851100"/>
                  </a:cubicBezTo>
                  <a:cubicBezTo>
                    <a:pt x="2130892" y="904001"/>
                    <a:pt x="2130892" y="991134"/>
                    <a:pt x="2099789" y="1044036"/>
                  </a:cubicBezTo>
                  <a:cubicBezTo>
                    <a:pt x="1664358" y="1798666"/>
                    <a:pt x="1664358" y="1798666"/>
                    <a:pt x="1664358" y="1798666"/>
                  </a:cubicBezTo>
                  <a:cubicBezTo>
                    <a:pt x="1633256" y="1851569"/>
                    <a:pt x="1558610" y="1895135"/>
                    <a:pt x="1496406" y="1895135"/>
                  </a:cubicBezTo>
                  <a:close/>
                </a:path>
              </a:pathLst>
            </a:custGeom>
            <a:gradFill>
              <a:gsLst>
                <a:gs pos="100000">
                  <a:schemeClr val="bg1">
                    <a:lumMod val="95000"/>
                  </a:schemeClr>
                </a:gs>
                <a:gs pos="0">
                  <a:schemeClr val="bg1">
                    <a:lumMod val="85000"/>
                  </a:schemeClr>
                </a:gs>
              </a:gsLst>
              <a:lin ang="2700000" scaled="1"/>
            </a:gradFill>
            <a:ln>
              <a:noFill/>
            </a:ln>
            <a:effectLst>
              <a:outerShdw blurRad="152400" dist="88900" dir="2700000" algn="tl" rotWithShape="0">
                <a:srgbClr val="000000">
                  <a:alpha val="40000"/>
                </a:srgbClr>
              </a:outerShdw>
            </a:effectLst>
          </p:spPr>
          <p:txBody>
            <a:bodyPr vert="horz" wrap="square" lIns="91440" tIns="45720" rIns="91440" bIns="45720" numCol="1" anchor="t" anchorCtr="0"/>
            <a:lstStyle/>
            <a:p>
              <a:endParaRPr lang="zh-CN">
                <a:solidFill>
                  <a:srgbClr val="000000"/>
                </a:solidFill>
              </a:endParaRPr>
            </a:p>
          </p:txBody>
        </p:sp>
        <p:sp>
          <p:nvSpPr>
            <p:cNvPr id="18" name="Freeform 5"/>
            <p:cNvSpPr/>
            <p:nvPr/>
          </p:nvSpPr>
          <p:spPr>
            <a:xfrm rot="10800000">
              <a:off x="2067005" y="4126947"/>
              <a:ext cx="2138277" cy="1895135"/>
            </a:xfrm>
            <a:custGeom>
              <a:avLst/>
              <a:gdLst/>
              <a:ahLst/>
              <a:cxnLst/>
              <a:rect l="0" t="0" r="r" b="b"/>
              <a:pathLst>
                <a:path w="2138277" h="1895135">
                  <a:moveTo>
                    <a:pt x="632930" y="1895135"/>
                  </a:moveTo>
                  <a:cubicBezTo>
                    <a:pt x="572281" y="1895135"/>
                    <a:pt x="496080" y="1851569"/>
                    <a:pt x="464978" y="1798667"/>
                  </a:cubicBezTo>
                  <a:cubicBezTo>
                    <a:pt x="29547" y="1044036"/>
                    <a:pt x="29547" y="1044036"/>
                    <a:pt x="29547" y="1044036"/>
                  </a:cubicBezTo>
                  <a:cubicBezTo>
                    <a:pt x="0" y="991134"/>
                    <a:pt x="0" y="904001"/>
                    <a:pt x="29547" y="851099"/>
                  </a:cubicBezTo>
                  <a:cubicBezTo>
                    <a:pt x="464978" y="96468"/>
                    <a:pt x="464978" y="96468"/>
                    <a:pt x="464978" y="96468"/>
                  </a:cubicBezTo>
                  <a:cubicBezTo>
                    <a:pt x="496080" y="43566"/>
                    <a:pt x="572281" y="0"/>
                    <a:pt x="632930" y="0"/>
                  </a:cubicBezTo>
                  <a:cubicBezTo>
                    <a:pt x="1503792" y="0"/>
                    <a:pt x="1503792" y="0"/>
                    <a:pt x="1503792" y="0"/>
                  </a:cubicBezTo>
                  <a:cubicBezTo>
                    <a:pt x="1565996" y="0"/>
                    <a:pt x="1640642" y="43566"/>
                    <a:pt x="1671744" y="96468"/>
                  </a:cubicBezTo>
                  <a:cubicBezTo>
                    <a:pt x="2107175" y="851099"/>
                    <a:pt x="2107175" y="851099"/>
                    <a:pt x="2107175" y="851099"/>
                  </a:cubicBezTo>
                  <a:cubicBezTo>
                    <a:pt x="2138277" y="904001"/>
                    <a:pt x="2138277" y="991134"/>
                    <a:pt x="2107175" y="1044036"/>
                  </a:cubicBezTo>
                  <a:cubicBezTo>
                    <a:pt x="1671744" y="1798667"/>
                    <a:pt x="1671744" y="1798667"/>
                    <a:pt x="1671744" y="1798667"/>
                  </a:cubicBezTo>
                  <a:cubicBezTo>
                    <a:pt x="1640642" y="1851569"/>
                    <a:pt x="1565996" y="1895135"/>
                    <a:pt x="1503792" y="1895135"/>
                  </a:cubicBezTo>
                  <a:lnTo>
                    <a:pt x="632930" y="1895135"/>
                  </a:ln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sp>
          <p:nvSpPr>
            <p:cNvPr id="19" name="Freeform 5"/>
            <p:cNvSpPr/>
            <p:nvPr/>
          </p:nvSpPr>
          <p:spPr>
            <a:xfrm rot="10800000">
              <a:off x="2385648" y="4409648"/>
              <a:ext cx="1495486" cy="1325436"/>
            </a:xfrm>
            <a:custGeom>
              <a:avLst/>
              <a:gdLst/>
              <a:ahLst/>
              <a:cxnLst/>
              <a:rect l="0" t="0" r="r" b="b"/>
              <a:pathLst>
                <a:path w="1495486" h="1325436">
                  <a:moveTo>
                    <a:pt x="442664" y="1325436"/>
                  </a:moveTo>
                  <a:cubicBezTo>
                    <a:pt x="400246" y="1325436"/>
                    <a:pt x="346953" y="1294966"/>
                    <a:pt x="325200" y="1257967"/>
                  </a:cubicBezTo>
                  <a:cubicBezTo>
                    <a:pt x="20665" y="730187"/>
                    <a:pt x="20665" y="730187"/>
                    <a:pt x="20665" y="730187"/>
                  </a:cubicBezTo>
                  <a:cubicBezTo>
                    <a:pt x="0" y="693188"/>
                    <a:pt x="0" y="632248"/>
                    <a:pt x="20665" y="595249"/>
                  </a:cubicBezTo>
                  <a:cubicBezTo>
                    <a:pt x="325200" y="67469"/>
                    <a:pt x="325200" y="67469"/>
                    <a:pt x="325200" y="67469"/>
                  </a:cubicBezTo>
                  <a:cubicBezTo>
                    <a:pt x="346953" y="30470"/>
                    <a:pt x="400246" y="0"/>
                    <a:pt x="442664" y="0"/>
                  </a:cubicBezTo>
                  <a:cubicBezTo>
                    <a:pt x="1051735" y="0"/>
                    <a:pt x="1051735" y="0"/>
                    <a:pt x="1051735" y="0"/>
                  </a:cubicBezTo>
                  <a:cubicBezTo>
                    <a:pt x="1095240" y="0"/>
                    <a:pt x="1147446" y="30470"/>
                    <a:pt x="1169198" y="67469"/>
                  </a:cubicBezTo>
                  <a:cubicBezTo>
                    <a:pt x="1473733" y="595249"/>
                    <a:pt x="1473733" y="595249"/>
                    <a:pt x="1473733" y="595249"/>
                  </a:cubicBezTo>
                  <a:cubicBezTo>
                    <a:pt x="1495486" y="632248"/>
                    <a:pt x="1495486" y="693188"/>
                    <a:pt x="1473733" y="730187"/>
                  </a:cubicBezTo>
                  <a:cubicBezTo>
                    <a:pt x="1169198" y="1257967"/>
                    <a:pt x="1169198" y="1257967"/>
                    <a:pt x="1169198" y="1257967"/>
                  </a:cubicBezTo>
                  <a:cubicBezTo>
                    <a:pt x="1147446" y="1294966"/>
                    <a:pt x="1095240" y="1325436"/>
                    <a:pt x="1051735" y="1325436"/>
                  </a:cubicBezTo>
                  <a:lnTo>
                    <a:pt x="442664" y="1325436"/>
                  </a:ln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grpSp>
      <p:grpSp>
        <p:nvGrpSpPr>
          <p:cNvPr id="20" name="组合 19"/>
          <p:cNvGrpSpPr/>
          <p:nvPr/>
        </p:nvGrpSpPr>
        <p:grpSpPr>
          <a:xfrm>
            <a:off x="6250368" y="1967662"/>
            <a:ext cx="3148101" cy="1081418"/>
            <a:chOff x="6249554" y="1968118"/>
            <a:chExt cx="3147691" cy="1081668"/>
          </a:xfrm>
        </p:grpSpPr>
        <p:sp>
          <p:nvSpPr>
            <p:cNvPr id="21" name="任意多边形 15"/>
            <p:cNvSpPr/>
            <p:nvPr/>
          </p:nvSpPr>
          <p:spPr>
            <a:xfrm rot="10800000">
              <a:off x="6249554" y="1968118"/>
              <a:ext cx="3147690" cy="1074074"/>
            </a:xfrm>
            <a:custGeom>
              <a:avLst/>
              <a:gdLst/>
              <a:ahLst/>
              <a:cxnLst/>
              <a:rect l="l" t="t" r="r" b="b"/>
              <a:pathLst>
                <a:path w="3147690" h="1074074">
                  <a:moveTo>
                    <a:pt x="2657828" y="852800"/>
                  </a:moveTo>
                  <a:cubicBezTo>
                    <a:pt x="2678557" y="852800"/>
                    <a:pt x="2703431" y="838283"/>
                    <a:pt x="2713796" y="820654"/>
                  </a:cubicBezTo>
                  <a:cubicBezTo>
                    <a:pt x="2713796" y="820654"/>
                    <a:pt x="2713796" y="820654"/>
                    <a:pt x="2858897" y="569183"/>
                  </a:cubicBezTo>
                  <a:cubicBezTo>
                    <a:pt x="2869261" y="551555"/>
                    <a:pt x="2869261" y="522519"/>
                    <a:pt x="2858897" y="504890"/>
                  </a:cubicBezTo>
                  <a:cubicBezTo>
                    <a:pt x="2858897" y="504890"/>
                    <a:pt x="2858897" y="504890"/>
                    <a:pt x="2713796" y="253420"/>
                  </a:cubicBezTo>
                  <a:cubicBezTo>
                    <a:pt x="2703431" y="235791"/>
                    <a:pt x="2678557" y="221273"/>
                    <a:pt x="2657828" y="221273"/>
                  </a:cubicBezTo>
                  <a:cubicBezTo>
                    <a:pt x="2657828" y="221273"/>
                    <a:pt x="2657828" y="221273"/>
                    <a:pt x="2535399" y="221273"/>
                  </a:cubicBezTo>
                  <a:lnTo>
                    <a:pt x="2506258" y="221273"/>
                  </a:lnTo>
                  <a:lnTo>
                    <a:pt x="2501724" y="221273"/>
                  </a:lnTo>
                  <a:lnTo>
                    <a:pt x="2469982" y="221273"/>
                  </a:lnTo>
                  <a:lnTo>
                    <a:pt x="2463415" y="221273"/>
                  </a:lnTo>
                  <a:lnTo>
                    <a:pt x="2383829" y="221273"/>
                  </a:lnTo>
                  <a:lnTo>
                    <a:pt x="2367626" y="221273"/>
                  </a:lnTo>
                  <a:lnTo>
                    <a:pt x="2354688" y="221273"/>
                  </a:lnTo>
                  <a:lnTo>
                    <a:pt x="2350154" y="221273"/>
                  </a:lnTo>
                  <a:lnTo>
                    <a:pt x="2318413" y="221273"/>
                  </a:lnTo>
                  <a:lnTo>
                    <a:pt x="2311846" y="221273"/>
                  </a:lnTo>
                  <a:lnTo>
                    <a:pt x="2232259" y="221273"/>
                  </a:lnTo>
                  <a:lnTo>
                    <a:pt x="2216056" y="221273"/>
                  </a:lnTo>
                  <a:lnTo>
                    <a:pt x="2160276" y="221273"/>
                  </a:lnTo>
                  <a:cubicBezTo>
                    <a:pt x="2132503" y="221273"/>
                    <a:pt x="2100762" y="221273"/>
                    <a:pt x="2064487" y="221273"/>
                  </a:cubicBezTo>
                  <a:lnTo>
                    <a:pt x="2061146" y="222271"/>
                  </a:lnTo>
                  <a:lnTo>
                    <a:pt x="2057785" y="221273"/>
                  </a:lnTo>
                  <a:cubicBezTo>
                    <a:pt x="2057785" y="221273"/>
                    <a:pt x="2057785" y="221273"/>
                    <a:pt x="1767583" y="221273"/>
                  </a:cubicBezTo>
                  <a:lnTo>
                    <a:pt x="1764242" y="222271"/>
                  </a:lnTo>
                  <a:lnTo>
                    <a:pt x="1760881" y="221273"/>
                  </a:lnTo>
                  <a:cubicBezTo>
                    <a:pt x="1760881" y="221273"/>
                    <a:pt x="1760881" y="221273"/>
                    <a:pt x="1566469" y="221273"/>
                  </a:cubicBezTo>
                  <a:lnTo>
                    <a:pt x="1487274" y="221273"/>
                  </a:lnTo>
                  <a:lnTo>
                    <a:pt x="1482739" y="221273"/>
                  </a:lnTo>
                  <a:lnTo>
                    <a:pt x="1470679" y="221273"/>
                  </a:lnTo>
                  <a:lnTo>
                    <a:pt x="1450999" y="221273"/>
                  </a:lnTo>
                  <a:cubicBezTo>
                    <a:pt x="1423793" y="221273"/>
                    <a:pt x="1376181" y="221273"/>
                    <a:pt x="1292861" y="221273"/>
                  </a:cubicBezTo>
                  <a:lnTo>
                    <a:pt x="1267803" y="221273"/>
                  </a:lnTo>
                  <a:lnTo>
                    <a:pt x="1263268" y="221273"/>
                  </a:lnTo>
                  <a:lnTo>
                    <a:pt x="1231527" y="221273"/>
                  </a:lnTo>
                  <a:lnTo>
                    <a:pt x="1197072" y="221273"/>
                  </a:lnTo>
                  <a:lnTo>
                    <a:pt x="1147691" y="221273"/>
                  </a:lnTo>
                  <a:lnTo>
                    <a:pt x="1145374" y="221273"/>
                  </a:lnTo>
                  <a:lnTo>
                    <a:pt x="1143157" y="221273"/>
                  </a:lnTo>
                  <a:lnTo>
                    <a:pt x="1111416" y="221273"/>
                  </a:lnTo>
                  <a:lnTo>
                    <a:pt x="1073390" y="221273"/>
                  </a:lnTo>
                  <a:lnTo>
                    <a:pt x="1025262" y="221273"/>
                  </a:lnTo>
                  <a:lnTo>
                    <a:pt x="977601" y="221273"/>
                  </a:lnTo>
                  <a:lnTo>
                    <a:pt x="953279" y="221273"/>
                  </a:lnTo>
                  <a:lnTo>
                    <a:pt x="892538" y="221273"/>
                  </a:lnTo>
                  <a:lnTo>
                    <a:pt x="888004" y="221273"/>
                  </a:lnTo>
                  <a:lnTo>
                    <a:pt x="857489" y="221273"/>
                  </a:lnTo>
                  <a:lnTo>
                    <a:pt x="856263" y="221273"/>
                  </a:lnTo>
                  <a:lnTo>
                    <a:pt x="783951" y="221273"/>
                  </a:lnTo>
                  <a:cubicBezTo>
                    <a:pt x="783951" y="221273"/>
                    <a:pt x="783951" y="221273"/>
                    <a:pt x="779417" y="221273"/>
                  </a:cubicBezTo>
                  <a:lnTo>
                    <a:pt x="770109" y="221273"/>
                  </a:lnTo>
                  <a:lnTo>
                    <a:pt x="747676" y="221273"/>
                  </a:lnTo>
                  <a:lnTo>
                    <a:pt x="698126" y="221273"/>
                  </a:lnTo>
                  <a:lnTo>
                    <a:pt x="661522" y="221273"/>
                  </a:lnTo>
                  <a:lnTo>
                    <a:pt x="602336" y="221273"/>
                  </a:lnTo>
                  <a:lnTo>
                    <a:pt x="589539" y="221273"/>
                  </a:lnTo>
                  <a:cubicBezTo>
                    <a:pt x="561765" y="221273"/>
                    <a:pt x="530024" y="221273"/>
                    <a:pt x="493749" y="221273"/>
                  </a:cubicBezTo>
                  <a:cubicBezTo>
                    <a:pt x="473539" y="221273"/>
                    <a:pt x="448146" y="235791"/>
                    <a:pt x="437782" y="253420"/>
                  </a:cubicBezTo>
                  <a:cubicBezTo>
                    <a:pt x="437782" y="253420"/>
                    <a:pt x="437782" y="253420"/>
                    <a:pt x="292681" y="504890"/>
                  </a:cubicBezTo>
                  <a:cubicBezTo>
                    <a:pt x="282834" y="522519"/>
                    <a:pt x="282834" y="551555"/>
                    <a:pt x="292681" y="569183"/>
                  </a:cubicBezTo>
                  <a:cubicBezTo>
                    <a:pt x="292681" y="569183"/>
                    <a:pt x="292681" y="569183"/>
                    <a:pt x="437782" y="820654"/>
                  </a:cubicBezTo>
                  <a:cubicBezTo>
                    <a:pt x="448146" y="838283"/>
                    <a:pt x="473539" y="852800"/>
                    <a:pt x="493749" y="852800"/>
                  </a:cubicBezTo>
                  <a:lnTo>
                    <a:pt x="602336" y="852800"/>
                  </a:lnTo>
                  <a:lnTo>
                    <a:pt x="783951" y="852800"/>
                  </a:lnTo>
                  <a:lnTo>
                    <a:pt x="857489" y="852800"/>
                  </a:lnTo>
                  <a:lnTo>
                    <a:pt x="892538" y="852800"/>
                  </a:lnTo>
                  <a:lnTo>
                    <a:pt x="977601" y="852800"/>
                  </a:lnTo>
                  <a:lnTo>
                    <a:pt x="1147691" y="852800"/>
                  </a:lnTo>
                  <a:lnTo>
                    <a:pt x="1197072" y="852800"/>
                  </a:lnTo>
                  <a:lnTo>
                    <a:pt x="1267803" y="852800"/>
                  </a:lnTo>
                  <a:lnTo>
                    <a:pt x="1470679" y="852800"/>
                  </a:lnTo>
                  <a:lnTo>
                    <a:pt x="1487274" y="852800"/>
                  </a:lnTo>
                  <a:lnTo>
                    <a:pt x="1760881" y="852800"/>
                  </a:lnTo>
                  <a:lnTo>
                    <a:pt x="1764242" y="851802"/>
                  </a:lnTo>
                  <a:lnTo>
                    <a:pt x="1767583" y="852800"/>
                  </a:lnTo>
                  <a:lnTo>
                    <a:pt x="2057785" y="852800"/>
                  </a:lnTo>
                  <a:lnTo>
                    <a:pt x="2061146" y="851802"/>
                  </a:lnTo>
                  <a:lnTo>
                    <a:pt x="2064487" y="852800"/>
                  </a:lnTo>
                  <a:lnTo>
                    <a:pt x="2216056" y="852800"/>
                  </a:lnTo>
                  <a:lnTo>
                    <a:pt x="2354688" y="852800"/>
                  </a:lnTo>
                  <a:lnTo>
                    <a:pt x="2367626" y="852800"/>
                  </a:lnTo>
                  <a:lnTo>
                    <a:pt x="2506258" y="852800"/>
                  </a:lnTo>
                  <a:close/>
                  <a:moveTo>
                    <a:pt x="2792501" y="1074074"/>
                  </a:moveTo>
                  <a:lnTo>
                    <a:pt x="2406119" y="1074074"/>
                  </a:lnTo>
                  <a:lnTo>
                    <a:pt x="2298938" y="1074074"/>
                  </a:lnTo>
                  <a:lnTo>
                    <a:pt x="1943167" y="1074074"/>
                  </a:lnTo>
                  <a:lnTo>
                    <a:pt x="1912555" y="1074074"/>
                  </a:lnTo>
                  <a:lnTo>
                    <a:pt x="1723612" y="1074074"/>
                  </a:lnTo>
                  <a:lnTo>
                    <a:pt x="1449603" y="1074074"/>
                  </a:lnTo>
                  <a:lnTo>
                    <a:pt x="1376575" y="1074074"/>
                  </a:lnTo>
                  <a:lnTo>
                    <a:pt x="1230049" y="1074074"/>
                  </a:lnTo>
                  <a:lnTo>
                    <a:pt x="1133178" y="1074074"/>
                  </a:lnTo>
                  <a:lnTo>
                    <a:pt x="990193" y="1074074"/>
                  </a:lnTo>
                  <a:lnTo>
                    <a:pt x="883011" y="1074074"/>
                  </a:lnTo>
                  <a:lnTo>
                    <a:pt x="848092" y="1074074"/>
                  </a:lnTo>
                  <a:lnTo>
                    <a:pt x="639614" y="1074074"/>
                  </a:lnTo>
                  <a:lnTo>
                    <a:pt x="496629" y="1074074"/>
                  </a:lnTo>
                  <a:lnTo>
                    <a:pt x="354528" y="1074074"/>
                  </a:lnTo>
                  <a:cubicBezTo>
                    <a:pt x="320156" y="1074074"/>
                    <a:pt x="276968" y="1049383"/>
                    <a:pt x="259342" y="1019400"/>
                  </a:cubicBezTo>
                  <a:cubicBezTo>
                    <a:pt x="12560" y="591710"/>
                    <a:pt x="12560" y="591710"/>
                    <a:pt x="12560" y="591710"/>
                  </a:cubicBezTo>
                  <a:cubicBezTo>
                    <a:pt x="-4186" y="561729"/>
                    <a:pt x="-4186" y="512345"/>
                    <a:pt x="12560" y="482364"/>
                  </a:cubicBezTo>
                  <a:cubicBezTo>
                    <a:pt x="259342" y="54674"/>
                    <a:pt x="259342" y="54674"/>
                    <a:pt x="259342" y="54674"/>
                  </a:cubicBezTo>
                  <a:cubicBezTo>
                    <a:pt x="276968" y="24691"/>
                    <a:pt x="320156" y="0"/>
                    <a:pt x="354528" y="0"/>
                  </a:cubicBezTo>
                  <a:lnTo>
                    <a:pt x="496629" y="0"/>
                  </a:lnTo>
                  <a:lnTo>
                    <a:pt x="517443" y="0"/>
                  </a:lnTo>
                  <a:lnTo>
                    <a:pt x="639614" y="0"/>
                  </a:lnTo>
                  <a:lnTo>
                    <a:pt x="639870" y="0"/>
                  </a:lnTo>
                  <a:lnTo>
                    <a:pt x="659544" y="0"/>
                  </a:lnTo>
                  <a:lnTo>
                    <a:pt x="727593" y="0"/>
                  </a:lnTo>
                  <a:lnTo>
                    <a:pt x="781971" y="0"/>
                  </a:lnTo>
                  <a:lnTo>
                    <a:pt x="786397" y="0"/>
                  </a:lnTo>
                  <a:lnTo>
                    <a:pt x="802529" y="0"/>
                  </a:lnTo>
                  <a:lnTo>
                    <a:pt x="822064" y="0"/>
                  </a:lnTo>
                  <a:cubicBezTo>
                    <a:pt x="848092" y="0"/>
                    <a:pt x="848092" y="0"/>
                    <a:pt x="848092" y="0"/>
                  </a:cubicBezTo>
                  <a:lnTo>
                    <a:pt x="869694" y="0"/>
                  </a:lnTo>
                  <a:lnTo>
                    <a:pt x="883011" y="0"/>
                  </a:lnTo>
                  <a:lnTo>
                    <a:pt x="924956" y="0"/>
                  </a:lnTo>
                  <a:lnTo>
                    <a:pt x="928497" y="0"/>
                  </a:lnTo>
                  <a:lnTo>
                    <a:pt x="964164" y="0"/>
                  </a:lnTo>
                  <a:lnTo>
                    <a:pt x="982480" y="0"/>
                  </a:lnTo>
                  <a:lnTo>
                    <a:pt x="990193" y="0"/>
                  </a:lnTo>
                  <a:lnTo>
                    <a:pt x="1012679" y="0"/>
                  </a:lnTo>
                  <a:lnTo>
                    <a:pt x="1045926" y="0"/>
                  </a:lnTo>
                  <a:lnTo>
                    <a:pt x="1071482" y="0"/>
                  </a:lnTo>
                  <a:lnTo>
                    <a:pt x="1107149" y="0"/>
                  </a:lnTo>
                  <a:lnTo>
                    <a:pt x="1125465" y="0"/>
                  </a:lnTo>
                  <a:lnTo>
                    <a:pt x="1133178" y="0"/>
                  </a:lnTo>
                  <a:lnTo>
                    <a:pt x="1168353" y="0"/>
                  </a:lnTo>
                  <a:lnTo>
                    <a:pt x="1230049" y="0"/>
                  </a:lnTo>
                  <a:lnTo>
                    <a:pt x="1256076" y="0"/>
                  </a:lnTo>
                  <a:lnTo>
                    <a:pt x="1314879" y="0"/>
                  </a:lnTo>
                  <a:lnTo>
                    <a:pt x="1350547" y="0"/>
                  </a:lnTo>
                  <a:lnTo>
                    <a:pt x="1368862" y="0"/>
                  </a:lnTo>
                  <a:lnTo>
                    <a:pt x="1376575" y="0"/>
                  </a:lnTo>
                  <a:lnTo>
                    <a:pt x="1392963" y="0"/>
                  </a:lnTo>
                  <a:lnTo>
                    <a:pt x="1449603" y="0"/>
                  </a:lnTo>
                  <a:lnTo>
                    <a:pt x="1515390" y="0"/>
                  </a:lnTo>
                  <a:lnTo>
                    <a:pt x="1603113" y="0"/>
                  </a:lnTo>
                  <a:lnTo>
                    <a:pt x="1612518" y="0"/>
                  </a:lnTo>
                  <a:lnTo>
                    <a:pt x="1661917" y="0"/>
                  </a:lnTo>
                  <a:lnTo>
                    <a:pt x="1697584" y="0"/>
                  </a:lnTo>
                  <a:lnTo>
                    <a:pt x="1715900" y="0"/>
                  </a:lnTo>
                  <a:lnTo>
                    <a:pt x="1723612" y="0"/>
                  </a:lnTo>
                  <a:lnTo>
                    <a:pt x="1734944" y="0"/>
                  </a:lnTo>
                  <a:cubicBezTo>
                    <a:pt x="1804352" y="0"/>
                    <a:pt x="1850623" y="0"/>
                    <a:pt x="1881471" y="0"/>
                  </a:cubicBezTo>
                  <a:lnTo>
                    <a:pt x="1912555" y="0"/>
                  </a:lnTo>
                  <a:lnTo>
                    <a:pt x="1917139" y="0"/>
                  </a:lnTo>
                  <a:lnTo>
                    <a:pt x="1935455" y="0"/>
                  </a:lnTo>
                  <a:lnTo>
                    <a:pt x="1943167" y="0"/>
                  </a:lnTo>
                  <a:lnTo>
                    <a:pt x="2038763" y="0"/>
                  </a:lnTo>
                  <a:cubicBezTo>
                    <a:pt x="2152770" y="0"/>
                    <a:pt x="2231395" y="0"/>
                    <a:pt x="2285620" y="0"/>
                  </a:cubicBezTo>
                  <a:lnTo>
                    <a:pt x="2298938" y="0"/>
                  </a:lnTo>
                  <a:lnTo>
                    <a:pt x="2344423" y="0"/>
                  </a:lnTo>
                  <a:lnTo>
                    <a:pt x="2380091" y="0"/>
                  </a:lnTo>
                  <a:lnTo>
                    <a:pt x="2398407" y="0"/>
                  </a:lnTo>
                  <a:lnTo>
                    <a:pt x="2406119" y="0"/>
                  </a:lnTo>
                  <a:lnTo>
                    <a:pt x="2461852" y="0"/>
                  </a:lnTo>
                  <a:cubicBezTo>
                    <a:pt x="2792501" y="0"/>
                    <a:pt x="2792501" y="0"/>
                    <a:pt x="2792501" y="0"/>
                  </a:cubicBezTo>
                  <a:cubicBezTo>
                    <a:pt x="2827756" y="0"/>
                    <a:pt x="2870061" y="24691"/>
                    <a:pt x="2887687" y="54674"/>
                  </a:cubicBezTo>
                  <a:cubicBezTo>
                    <a:pt x="3134469" y="482364"/>
                    <a:pt x="3134469" y="482364"/>
                    <a:pt x="3134469" y="482364"/>
                  </a:cubicBezTo>
                  <a:cubicBezTo>
                    <a:pt x="3152097" y="512345"/>
                    <a:pt x="3152097" y="561729"/>
                    <a:pt x="3134469" y="591710"/>
                  </a:cubicBezTo>
                  <a:cubicBezTo>
                    <a:pt x="2887687" y="1019400"/>
                    <a:pt x="2887687" y="1019400"/>
                    <a:pt x="2887687" y="1019400"/>
                  </a:cubicBezTo>
                  <a:cubicBezTo>
                    <a:pt x="2870061" y="1049383"/>
                    <a:pt x="2827756" y="1074074"/>
                    <a:pt x="2792501" y="1074074"/>
                  </a:cubicBezTo>
                  <a:close/>
                </a:path>
              </a:pathLst>
            </a:custGeom>
            <a:solidFill>
              <a:srgbClr val="FFB850"/>
            </a:solidFill>
            <a:ln>
              <a:noFill/>
            </a:ln>
            <a:effectLst>
              <a:innerShdw blurRad="101600" dist="63500" dir="2700000">
                <a:srgbClr val="000000">
                  <a:alpha val="50000"/>
                </a:srgbClr>
              </a:innerShdw>
            </a:effectLst>
          </p:spPr>
          <p:txBody>
            <a:bodyPr vert="horz" wrap="square" lIns="91440" tIns="45720" rIns="91440" bIns="45720" numCol="1" anchor="t" anchorCtr="0"/>
            <a:lstStyle/>
            <a:p>
              <a:endParaRPr lang="zh-CN">
                <a:solidFill>
                  <a:srgbClr val="000000"/>
                </a:solidFill>
              </a:endParaRPr>
            </a:p>
          </p:txBody>
        </p:sp>
        <p:sp>
          <p:nvSpPr>
            <p:cNvPr id="22" name="任意多边形 16"/>
            <p:cNvSpPr/>
            <p:nvPr/>
          </p:nvSpPr>
          <p:spPr>
            <a:xfrm rot="10800000">
              <a:off x="6249554" y="1975712"/>
              <a:ext cx="3147691" cy="1074074"/>
            </a:xfrm>
            <a:custGeom>
              <a:avLst/>
              <a:gdLst/>
              <a:ahLst/>
              <a:cxnLst/>
              <a:rect l="l" t="t" r="r" b="b"/>
              <a:pathLst>
                <a:path w="3147691" h="1074074">
                  <a:moveTo>
                    <a:pt x="2792502" y="1074074"/>
                  </a:moveTo>
                  <a:lnTo>
                    <a:pt x="2406120" y="1074074"/>
                  </a:lnTo>
                  <a:lnTo>
                    <a:pt x="2298938" y="1074074"/>
                  </a:lnTo>
                  <a:lnTo>
                    <a:pt x="1943168" y="1074074"/>
                  </a:lnTo>
                  <a:lnTo>
                    <a:pt x="1912556" y="1074074"/>
                  </a:lnTo>
                  <a:lnTo>
                    <a:pt x="1723613" y="1074074"/>
                  </a:lnTo>
                  <a:lnTo>
                    <a:pt x="1449604" y="1074074"/>
                  </a:lnTo>
                  <a:lnTo>
                    <a:pt x="1376575" y="1074074"/>
                  </a:lnTo>
                  <a:lnTo>
                    <a:pt x="1230049" y="1074074"/>
                  </a:lnTo>
                  <a:lnTo>
                    <a:pt x="1133178" y="1074074"/>
                  </a:lnTo>
                  <a:lnTo>
                    <a:pt x="990193" y="1074074"/>
                  </a:lnTo>
                  <a:lnTo>
                    <a:pt x="883011" y="1074074"/>
                  </a:lnTo>
                  <a:lnTo>
                    <a:pt x="848092" y="1074074"/>
                  </a:lnTo>
                  <a:lnTo>
                    <a:pt x="639614" y="1074074"/>
                  </a:lnTo>
                  <a:lnTo>
                    <a:pt x="496629" y="1074074"/>
                  </a:lnTo>
                  <a:lnTo>
                    <a:pt x="354529" y="1074074"/>
                  </a:lnTo>
                  <a:cubicBezTo>
                    <a:pt x="320156" y="1074074"/>
                    <a:pt x="276968" y="1049383"/>
                    <a:pt x="259342" y="1019400"/>
                  </a:cubicBezTo>
                  <a:cubicBezTo>
                    <a:pt x="12560" y="591710"/>
                    <a:pt x="12560" y="591710"/>
                    <a:pt x="12560" y="591710"/>
                  </a:cubicBezTo>
                  <a:cubicBezTo>
                    <a:pt x="-4186" y="561729"/>
                    <a:pt x="-4186" y="512345"/>
                    <a:pt x="12560" y="482364"/>
                  </a:cubicBezTo>
                  <a:cubicBezTo>
                    <a:pt x="259342" y="54674"/>
                    <a:pt x="259342" y="54674"/>
                    <a:pt x="259342" y="54674"/>
                  </a:cubicBezTo>
                  <a:cubicBezTo>
                    <a:pt x="276968" y="24691"/>
                    <a:pt x="320156" y="0"/>
                    <a:pt x="354529" y="0"/>
                  </a:cubicBezTo>
                  <a:lnTo>
                    <a:pt x="496629" y="0"/>
                  </a:lnTo>
                  <a:lnTo>
                    <a:pt x="517444" y="0"/>
                  </a:lnTo>
                  <a:lnTo>
                    <a:pt x="639614" y="0"/>
                  </a:lnTo>
                  <a:lnTo>
                    <a:pt x="639870" y="0"/>
                  </a:lnTo>
                  <a:lnTo>
                    <a:pt x="659544" y="0"/>
                  </a:lnTo>
                  <a:lnTo>
                    <a:pt x="727594" y="0"/>
                  </a:lnTo>
                  <a:lnTo>
                    <a:pt x="781971" y="0"/>
                  </a:lnTo>
                  <a:lnTo>
                    <a:pt x="786397" y="0"/>
                  </a:lnTo>
                  <a:lnTo>
                    <a:pt x="802529" y="0"/>
                  </a:lnTo>
                  <a:lnTo>
                    <a:pt x="822064" y="0"/>
                  </a:lnTo>
                  <a:cubicBezTo>
                    <a:pt x="848092" y="0"/>
                    <a:pt x="848092" y="0"/>
                    <a:pt x="848092" y="0"/>
                  </a:cubicBezTo>
                  <a:lnTo>
                    <a:pt x="869694" y="0"/>
                  </a:lnTo>
                  <a:lnTo>
                    <a:pt x="883011" y="0"/>
                  </a:lnTo>
                  <a:lnTo>
                    <a:pt x="924956" y="0"/>
                  </a:lnTo>
                  <a:lnTo>
                    <a:pt x="928497" y="0"/>
                  </a:lnTo>
                  <a:lnTo>
                    <a:pt x="964165" y="0"/>
                  </a:lnTo>
                  <a:lnTo>
                    <a:pt x="982481" y="0"/>
                  </a:lnTo>
                  <a:lnTo>
                    <a:pt x="990193" y="0"/>
                  </a:lnTo>
                  <a:lnTo>
                    <a:pt x="1012679" y="0"/>
                  </a:lnTo>
                  <a:lnTo>
                    <a:pt x="1045926" y="0"/>
                  </a:lnTo>
                  <a:lnTo>
                    <a:pt x="1071482" y="0"/>
                  </a:lnTo>
                  <a:lnTo>
                    <a:pt x="1107150" y="0"/>
                  </a:lnTo>
                  <a:lnTo>
                    <a:pt x="1125466" y="0"/>
                  </a:lnTo>
                  <a:lnTo>
                    <a:pt x="1133178" y="0"/>
                  </a:lnTo>
                  <a:lnTo>
                    <a:pt x="1168353" y="0"/>
                  </a:lnTo>
                  <a:lnTo>
                    <a:pt x="1230049" y="0"/>
                  </a:lnTo>
                  <a:lnTo>
                    <a:pt x="1256076" y="0"/>
                  </a:lnTo>
                  <a:lnTo>
                    <a:pt x="1314880" y="0"/>
                  </a:lnTo>
                  <a:lnTo>
                    <a:pt x="1350547" y="0"/>
                  </a:lnTo>
                  <a:lnTo>
                    <a:pt x="1368863" y="0"/>
                  </a:lnTo>
                  <a:lnTo>
                    <a:pt x="1376575" y="0"/>
                  </a:lnTo>
                  <a:lnTo>
                    <a:pt x="1392964" y="0"/>
                  </a:lnTo>
                  <a:lnTo>
                    <a:pt x="1449604" y="0"/>
                  </a:lnTo>
                  <a:lnTo>
                    <a:pt x="1515391" y="0"/>
                  </a:lnTo>
                  <a:lnTo>
                    <a:pt x="1603113" y="0"/>
                  </a:lnTo>
                  <a:lnTo>
                    <a:pt x="1612519" y="0"/>
                  </a:lnTo>
                  <a:lnTo>
                    <a:pt x="1661917" y="0"/>
                  </a:lnTo>
                  <a:lnTo>
                    <a:pt x="1697584" y="0"/>
                  </a:lnTo>
                  <a:lnTo>
                    <a:pt x="1715900" y="0"/>
                  </a:lnTo>
                  <a:lnTo>
                    <a:pt x="1723613" y="0"/>
                  </a:lnTo>
                  <a:lnTo>
                    <a:pt x="1734945" y="0"/>
                  </a:lnTo>
                  <a:cubicBezTo>
                    <a:pt x="1804352" y="0"/>
                    <a:pt x="1850624" y="0"/>
                    <a:pt x="1881472" y="0"/>
                  </a:cubicBezTo>
                  <a:lnTo>
                    <a:pt x="1912556" y="0"/>
                  </a:lnTo>
                  <a:lnTo>
                    <a:pt x="1917139" y="0"/>
                  </a:lnTo>
                  <a:lnTo>
                    <a:pt x="1935455" y="0"/>
                  </a:lnTo>
                  <a:lnTo>
                    <a:pt x="1943168" y="0"/>
                  </a:lnTo>
                  <a:lnTo>
                    <a:pt x="2038764" y="0"/>
                  </a:lnTo>
                  <a:cubicBezTo>
                    <a:pt x="2152770" y="0"/>
                    <a:pt x="2231396" y="0"/>
                    <a:pt x="2285620" y="0"/>
                  </a:cubicBezTo>
                  <a:lnTo>
                    <a:pt x="2298938" y="0"/>
                  </a:lnTo>
                  <a:lnTo>
                    <a:pt x="2344424" y="0"/>
                  </a:lnTo>
                  <a:lnTo>
                    <a:pt x="2380092" y="0"/>
                  </a:lnTo>
                  <a:lnTo>
                    <a:pt x="2398407" y="0"/>
                  </a:lnTo>
                  <a:lnTo>
                    <a:pt x="2406120" y="0"/>
                  </a:lnTo>
                  <a:lnTo>
                    <a:pt x="2461853" y="0"/>
                  </a:lnTo>
                  <a:cubicBezTo>
                    <a:pt x="2792502" y="0"/>
                    <a:pt x="2792502" y="0"/>
                    <a:pt x="2792502" y="0"/>
                  </a:cubicBezTo>
                  <a:cubicBezTo>
                    <a:pt x="2827757" y="0"/>
                    <a:pt x="2870062" y="24691"/>
                    <a:pt x="2887688" y="54674"/>
                  </a:cubicBezTo>
                  <a:cubicBezTo>
                    <a:pt x="3134470" y="482364"/>
                    <a:pt x="3134470" y="482364"/>
                    <a:pt x="3134470" y="482364"/>
                  </a:cubicBezTo>
                  <a:cubicBezTo>
                    <a:pt x="3152098" y="512345"/>
                    <a:pt x="3152098" y="561729"/>
                    <a:pt x="3134470" y="591710"/>
                  </a:cubicBezTo>
                  <a:cubicBezTo>
                    <a:pt x="2887688" y="1019400"/>
                    <a:pt x="2887688" y="1019400"/>
                    <a:pt x="2887688" y="1019400"/>
                  </a:cubicBezTo>
                  <a:cubicBezTo>
                    <a:pt x="2870062" y="1049383"/>
                    <a:pt x="2827757" y="1074074"/>
                    <a:pt x="2792502" y="1074074"/>
                  </a:cubicBez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sp>
          <p:nvSpPr>
            <p:cNvPr id="23" name="任意多边形 17"/>
            <p:cNvSpPr/>
            <p:nvPr/>
          </p:nvSpPr>
          <p:spPr>
            <a:xfrm rot="10800000">
              <a:off x="6532711" y="2196986"/>
              <a:ext cx="2581375" cy="631527"/>
            </a:xfrm>
            <a:custGeom>
              <a:avLst/>
              <a:gdLst/>
              <a:ahLst/>
              <a:cxnLst/>
              <a:rect l="l" t="t" r="r" b="b"/>
              <a:pathLst>
                <a:path w="2581375" h="631527">
                  <a:moveTo>
                    <a:pt x="2372534" y="631527"/>
                  </a:moveTo>
                  <a:lnTo>
                    <a:pt x="2220964" y="631527"/>
                  </a:lnTo>
                  <a:lnTo>
                    <a:pt x="2082332" y="631527"/>
                  </a:lnTo>
                  <a:lnTo>
                    <a:pt x="2069394" y="631527"/>
                  </a:lnTo>
                  <a:lnTo>
                    <a:pt x="1930762" y="631527"/>
                  </a:lnTo>
                  <a:lnTo>
                    <a:pt x="1779192" y="631527"/>
                  </a:lnTo>
                  <a:lnTo>
                    <a:pt x="1775851" y="630529"/>
                  </a:lnTo>
                  <a:lnTo>
                    <a:pt x="1772490" y="631527"/>
                  </a:lnTo>
                  <a:lnTo>
                    <a:pt x="1482288" y="631527"/>
                  </a:lnTo>
                  <a:lnTo>
                    <a:pt x="1478948" y="630529"/>
                  </a:lnTo>
                  <a:lnTo>
                    <a:pt x="1475587" y="631527"/>
                  </a:lnTo>
                  <a:lnTo>
                    <a:pt x="1201979" y="631527"/>
                  </a:lnTo>
                  <a:lnTo>
                    <a:pt x="1185385" y="631527"/>
                  </a:lnTo>
                  <a:lnTo>
                    <a:pt x="982508" y="631527"/>
                  </a:lnTo>
                  <a:lnTo>
                    <a:pt x="911777" y="631527"/>
                  </a:lnTo>
                  <a:lnTo>
                    <a:pt x="862396" y="631527"/>
                  </a:lnTo>
                  <a:lnTo>
                    <a:pt x="692306" y="631527"/>
                  </a:lnTo>
                  <a:lnTo>
                    <a:pt x="607243" y="631527"/>
                  </a:lnTo>
                  <a:lnTo>
                    <a:pt x="572194" y="631527"/>
                  </a:lnTo>
                  <a:lnTo>
                    <a:pt x="498656" y="631527"/>
                  </a:lnTo>
                  <a:lnTo>
                    <a:pt x="317041" y="631527"/>
                  </a:lnTo>
                  <a:lnTo>
                    <a:pt x="208454" y="631527"/>
                  </a:lnTo>
                  <a:cubicBezTo>
                    <a:pt x="188244" y="631527"/>
                    <a:pt x="162850" y="617010"/>
                    <a:pt x="152486" y="599380"/>
                  </a:cubicBezTo>
                  <a:cubicBezTo>
                    <a:pt x="7385" y="347910"/>
                    <a:pt x="7385" y="347910"/>
                    <a:pt x="7385" y="347910"/>
                  </a:cubicBezTo>
                  <a:cubicBezTo>
                    <a:pt x="-2461" y="330282"/>
                    <a:pt x="-2461" y="301246"/>
                    <a:pt x="7385" y="283617"/>
                  </a:cubicBezTo>
                  <a:cubicBezTo>
                    <a:pt x="152486" y="32147"/>
                    <a:pt x="152486" y="32147"/>
                    <a:pt x="152486" y="32147"/>
                  </a:cubicBezTo>
                  <a:cubicBezTo>
                    <a:pt x="162850" y="14518"/>
                    <a:pt x="188244" y="0"/>
                    <a:pt x="208454" y="0"/>
                  </a:cubicBezTo>
                  <a:cubicBezTo>
                    <a:pt x="244729" y="0"/>
                    <a:pt x="276470" y="0"/>
                    <a:pt x="304243" y="0"/>
                  </a:cubicBezTo>
                  <a:lnTo>
                    <a:pt x="317041" y="0"/>
                  </a:lnTo>
                  <a:lnTo>
                    <a:pt x="376227" y="0"/>
                  </a:lnTo>
                  <a:lnTo>
                    <a:pt x="412831" y="0"/>
                  </a:lnTo>
                  <a:lnTo>
                    <a:pt x="462381" y="0"/>
                  </a:lnTo>
                  <a:lnTo>
                    <a:pt x="484814" y="0"/>
                  </a:lnTo>
                  <a:lnTo>
                    <a:pt x="494121" y="0"/>
                  </a:lnTo>
                  <a:cubicBezTo>
                    <a:pt x="498656" y="0"/>
                    <a:pt x="498656" y="0"/>
                    <a:pt x="498656" y="0"/>
                  </a:cubicBezTo>
                  <a:lnTo>
                    <a:pt x="570967" y="0"/>
                  </a:lnTo>
                  <a:lnTo>
                    <a:pt x="572194" y="0"/>
                  </a:lnTo>
                  <a:lnTo>
                    <a:pt x="602709" y="0"/>
                  </a:lnTo>
                  <a:lnTo>
                    <a:pt x="607243" y="0"/>
                  </a:lnTo>
                  <a:lnTo>
                    <a:pt x="667984" y="0"/>
                  </a:lnTo>
                  <a:lnTo>
                    <a:pt x="692306" y="0"/>
                  </a:lnTo>
                  <a:lnTo>
                    <a:pt x="739967" y="0"/>
                  </a:lnTo>
                  <a:lnTo>
                    <a:pt x="788095" y="0"/>
                  </a:lnTo>
                  <a:lnTo>
                    <a:pt x="826121" y="0"/>
                  </a:lnTo>
                  <a:lnTo>
                    <a:pt x="857862" y="0"/>
                  </a:lnTo>
                  <a:lnTo>
                    <a:pt x="860079" y="0"/>
                  </a:lnTo>
                  <a:lnTo>
                    <a:pt x="862396" y="0"/>
                  </a:lnTo>
                  <a:lnTo>
                    <a:pt x="911777" y="0"/>
                  </a:lnTo>
                  <a:lnTo>
                    <a:pt x="946232" y="0"/>
                  </a:lnTo>
                  <a:lnTo>
                    <a:pt x="977973" y="0"/>
                  </a:lnTo>
                  <a:lnTo>
                    <a:pt x="982508" y="0"/>
                  </a:lnTo>
                  <a:lnTo>
                    <a:pt x="1007567" y="0"/>
                  </a:lnTo>
                  <a:cubicBezTo>
                    <a:pt x="1090886" y="0"/>
                    <a:pt x="1138498" y="0"/>
                    <a:pt x="1165704" y="0"/>
                  </a:cubicBezTo>
                  <a:lnTo>
                    <a:pt x="1185385" y="0"/>
                  </a:lnTo>
                  <a:lnTo>
                    <a:pt x="1197445" y="0"/>
                  </a:lnTo>
                  <a:lnTo>
                    <a:pt x="1201979" y="0"/>
                  </a:lnTo>
                  <a:lnTo>
                    <a:pt x="1281174" y="0"/>
                  </a:lnTo>
                  <a:cubicBezTo>
                    <a:pt x="1475587" y="0"/>
                    <a:pt x="1475587" y="0"/>
                    <a:pt x="1475587" y="0"/>
                  </a:cubicBezTo>
                  <a:lnTo>
                    <a:pt x="1478948" y="998"/>
                  </a:lnTo>
                  <a:lnTo>
                    <a:pt x="1482288" y="0"/>
                  </a:lnTo>
                  <a:cubicBezTo>
                    <a:pt x="1772490" y="0"/>
                    <a:pt x="1772490" y="0"/>
                    <a:pt x="1772490" y="0"/>
                  </a:cubicBezTo>
                  <a:lnTo>
                    <a:pt x="1775851" y="998"/>
                  </a:lnTo>
                  <a:lnTo>
                    <a:pt x="1779192" y="0"/>
                  </a:lnTo>
                  <a:cubicBezTo>
                    <a:pt x="1815467" y="0"/>
                    <a:pt x="1847208" y="0"/>
                    <a:pt x="1874981" y="0"/>
                  </a:cubicBezTo>
                  <a:lnTo>
                    <a:pt x="1930762" y="0"/>
                  </a:lnTo>
                  <a:lnTo>
                    <a:pt x="1946965" y="0"/>
                  </a:lnTo>
                  <a:lnTo>
                    <a:pt x="2026551" y="0"/>
                  </a:lnTo>
                  <a:lnTo>
                    <a:pt x="2033118" y="0"/>
                  </a:lnTo>
                  <a:lnTo>
                    <a:pt x="2064859" y="0"/>
                  </a:lnTo>
                  <a:lnTo>
                    <a:pt x="2069394" y="0"/>
                  </a:lnTo>
                  <a:lnTo>
                    <a:pt x="2082332" y="0"/>
                  </a:lnTo>
                  <a:lnTo>
                    <a:pt x="2098535" y="0"/>
                  </a:lnTo>
                  <a:lnTo>
                    <a:pt x="2178121" y="0"/>
                  </a:lnTo>
                  <a:lnTo>
                    <a:pt x="2184688" y="0"/>
                  </a:lnTo>
                  <a:lnTo>
                    <a:pt x="2216429" y="0"/>
                  </a:lnTo>
                  <a:lnTo>
                    <a:pt x="2220964" y="0"/>
                  </a:lnTo>
                  <a:lnTo>
                    <a:pt x="2250105" y="0"/>
                  </a:lnTo>
                  <a:cubicBezTo>
                    <a:pt x="2372534" y="0"/>
                    <a:pt x="2372534" y="0"/>
                    <a:pt x="2372534" y="0"/>
                  </a:cubicBezTo>
                  <a:cubicBezTo>
                    <a:pt x="2393262" y="0"/>
                    <a:pt x="2418137" y="14518"/>
                    <a:pt x="2428501" y="32147"/>
                  </a:cubicBezTo>
                  <a:cubicBezTo>
                    <a:pt x="2573602" y="283617"/>
                    <a:pt x="2573602" y="283617"/>
                    <a:pt x="2573602" y="283617"/>
                  </a:cubicBezTo>
                  <a:cubicBezTo>
                    <a:pt x="2583966" y="301246"/>
                    <a:pt x="2583966" y="330282"/>
                    <a:pt x="2573602" y="347910"/>
                  </a:cubicBezTo>
                  <a:cubicBezTo>
                    <a:pt x="2428501" y="599380"/>
                    <a:pt x="2428501" y="599380"/>
                    <a:pt x="2428501" y="599380"/>
                  </a:cubicBezTo>
                  <a:cubicBezTo>
                    <a:pt x="2418137" y="617010"/>
                    <a:pt x="2393262" y="631527"/>
                    <a:pt x="2372534" y="631527"/>
                  </a:cubicBez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grpSp>
      <p:grpSp>
        <p:nvGrpSpPr>
          <p:cNvPr id="24" name="组合 23"/>
          <p:cNvGrpSpPr/>
          <p:nvPr/>
        </p:nvGrpSpPr>
        <p:grpSpPr>
          <a:xfrm>
            <a:off x="7262859" y="1557226"/>
            <a:ext cx="2138555" cy="1906599"/>
            <a:chOff x="7261913" y="1557587"/>
            <a:chExt cx="2138277" cy="1907040"/>
          </a:xfrm>
        </p:grpSpPr>
        <p:sp>
          <p:nvSpPr>
            <p:cNvPr id="25" name="任意多边形 18"/>
            <p:cNvSpPr/>
            <p:nvPr/>
          </p:nvSpPr>
          <p:spPr>
            <a:xfrm rot="10800000">
              <a:off x="7266742" y="1557587"/>
              <a:ext cx="2123116" cy="1895135"/>
            </a:xfrm>
            <a:custGeom>
              <a:avLst/>
              <a:gdLst/>
              <a:ahLst/>
              <a:cxnLst/>
              <a:rect l="l" t="t" r="r" b="b"/>
              <a:pathLst>
                <a:path w="2123116" h="1895135">
                  <a:moveTo>
                    <a:pt x="1365745" y="1610285"/>
                  </a:moveTo>
                  <a:cubicBezTo>
                    <a:pt x="1409250" y="1610285"/>
                    <a:pt x="1461456" y="1579816"/>
                    <a:pt x="1483209" y="1542817"/>
                  </a:cubicBezTo>
                  <a:cubicBezTo>
                    <a:pt x="1483209" y="1542817"/>
                    <a:pt x="1483209" y="1542817"/>
                    <a:pt x="1787744" y="1015037"/>
                  </a:cubicBezTo>
                  <a:cubicBezTo>
                    <a:pt x="1809497" y="978038"/>
                    <a:pt x="1809497" y="917098"/>
                    <a:pt x="1787744" y="880099"/>
                  </a:cubicBezTo>
                  <a:cubicBezTo>
                    <a:pt x="1787744" y="880099"/>
                    <a:pt x="1787744" y="880099"/>
                    <a:pt x="1483209" y="352319"/>
                  </a:cubicBezTo>
                  <a:cubicBezTo>
                    <a:pt x="1461456" y="315320"/>
                    <a:pt x="1409250" y="284850"/>
                    <a:pt x="1365745" y="284850"/>
                  </a:cubicBezTo>
                  <a:cubicBezTo>
                    <a:pt x="1365745" y="284850"/>
                    <a:pt x="1365745" y="284850"/>
                    <a:pt x="756674" y="284850"/>
                  </a:cubicBezTo>
                  <a:cubicBezTo>
                    <a:pt x="714256" y="284850"/>
                    <a:pt x="660963" y="315320"/>
                    <a:pt x="639210" y="352319"/>
                  </a:cubicBezTo>
                  <a:cubicBezTo>
                    <a:pt x="639210" y="352319"/>
                    <a:pt x="639210" y="352319"/>
                    <a:pt x="334675" y="880099"/>
                  </a:cubicBezTo>
                  <a:cubicBezTo>
                    <a:pt x="314010" y="917098"/>
                    <a:pt x="314010" y="978038"/>
                    <a:pt x="334675" y="1015037"/>
                  </a:cubicBezTo>
                  <a:cubicBezTo>
                    <a:pt x="334675" y="1015037"/>
                    <a:pt x="334675" y="1015037"/>
                    <a:pt x="639210" y="1542817"/>
                  </a:cubicBezTo>
                  <a:cubicBezTo>
                    <a:pt x="660963" y="1579816"/>
                    <a:pt x="714256" y="1610285"/>
                    <a:pt x="756674" y="1610285"/>
                  </a:cubicBezTo>
                  <a:close/>
                  <a:moveTo>
                    <a:pt x="1496406" y="1895135"/>
                  </a:moveTo>
                  <a:lnTo>
                    <a:pt x="625544" y="1895135"/>
                  </a:lnTo>
                  <a:cubicBezTo>
                    <a:pt x="564894" y="1895135"/>
                    <a:pt x="488694" y="1851569"/>
                    <a:pt x="457592" y="1798666"/>
                  </a:cubicBezTo>
                  <a:cubicBezTo>
                    <a:pt x="22161" y="1044036"/>
                    <a:pt x="22161" y="1044036"/>
                    <a:pt x="22161" y="1044036"/>
                  </a:cubicBezTo>
                  <a:cubicBezTo>
                    <a:pt x="-7387" y="991134"/>
                    <a:pt x="-7387" y="904001"/>
                    <a:pt x="22161" y="851100"/>
                  </a:cubicBezTo>
                  <a:cubicBezTo>
                    <a:pt x="457592" y="96469"/>
                    <a:pt x="457592" y="96469"/>
                    <a:pt x="457592" y="96469"/>
                  </a:cubicBezTo>
                  <a:cubicBezTo>
                    <a:pt x="488694" y="43567"/>
                    <a:pt x="564894" y="0"/>
                    <a:pt x="625544" y="0"/>
                  </a:cubicBezTo>
                  <a:cubicBezTo>
                    <a:pt x="1496406" y="0"/>
                    <a:pt x="1496406" y="0"/>
                    <a:pt x="1496406" y="0"/>
                  </a:cubicBezTo>
                  <a:cubicBezTo>
                    <a:pt x="1558610" y="0"/>
                    <a:pt x="1633256" y="43567"/>
                    <a:pt x="1664358" y="96469"/>
                  </a:cubicBezTo>
                  <a:cubicBezTo>
                    <a:pt x="2099789" y="851100"/>
                    <a:pt x="2099789" y="851100"/>
                    <a:pt x="2099789" y="851100"/>
                  </a:cubicBezTo>
                  <a:cubicBezTo>
                    <a:pt x="2130892" y="904001"/>
                    <a:pt x="2130892" y="991134"/>
                    <a:pt x="2099789" y="1044036"/>
                  </a:cubicBezTo>
                  <a:cubicBezTo>
                    <a:pt x="1664358" y="1798666"/>
                    <a:pt x="1664358" y="1798666"/>
                    <a:pt x="1664358" y="1798666"/>
                  </a:cubicBezTo>
                  <a:cubicBezTo>
                    <a:pt x="1633256" y="1851569"/>
                    <a:pt x="1558610" y="1895135"/>
                    <a:pt x="1496406" y="1895135"/>
                  </a:cubicBezTo>
                  <a:close/>
                </a:path>
              </a:pathLst>
            </a:custGeom>
            <a:gradFill>
              <a:gsLst>
                <a:gs pos="100000">
                  <a:schemeClr val="bg1">
                    <a:lumMod val="95000"/>
                  </a:schemeClr>
                </a:gs>
                <a:gs pos="0">
                  <a:schemeClr val="bg1">
                    <a:lumMod val="85000"/>
                  </a:schemeClr>
                </a:gs>
              </a:gsLst>
              <a:lin ang="2700000" scaled="1"/>
            </a:gradFill>
            <a:ln>
              <a:noFill/>
            </a:ln>
            <a:effectLst>
              <a:outerShdw blurRad="152400" dist="88900" dir="2700000" algn="tl" rotWithShape="0">
                <a:srgbClr val="000000">
                  <a:alpha val="40000"/>
                </a:srgbClr>
              </a:outerShdw>
            </a:effectLst>
          </p:spPr>
          <p:txBody>
            <a:bodyPr vert="horz" wrap="square" lIns="91440" tIns="45720" rIns="91440" bIns="45720" numCol="1" anchor="t" anchorCtr="0"/>
            <a:lstStyle/>
            <a:p>
              <a:endParaRPr lang="zh-CN">
                <a:solidFill>
                  <a:srgbClr val="000000"/>
                </a:solidFill>
              </a:endParaRPr>
            </a:p>
          </p:txBody>
        </p:sp>
        <p:sp>
          <p:nvSpPr>
            <p:cNvPr id="26" name="Freeform 5"/>
            <p:cNvSpPr/>
            <p:nvPr/>
          </p:nvSpPr>
          <p:spPr>
            <a:xfrm rot="10800000">
              <a:off x="7261913" y="1569492"/>
              <a:ext cx="2138277" cy="1895135"/>
            </a:xfrm>
            <a:custGeom>
              <a:avLst/>
              <a:gdLst/>
              <a:ahLst/>
              <a:cxnLst/>
              <a:rect l="0" t="0" r="r" b="b"/>
              <a:pathLst>
                <a:path w="2138277" h="1895135">
                  <a:moveTo>
                    <a:pt x="632930" y="1895135"/>
                  </a:moveTo>
                  <a:cubicBezTo>
                    <a:pt x="572281" y="1895135"/>
                    <a:pt x="496080" y="1851569"/>
                    <a:pt x="464978" y="1798667"/>
                  </a:cubicBezTo>
                  <a:cubicBezTo>
                    <a:pt x="29547" y="1044036"/>
                    <a:pt x="29547" y="1044036"/>
                    <a:pt x="29547" y="1044036"/>
                  </a:cubicBezTo>
                  <a:cubicBezTo>
                    <a:pt x="0" y="991134"/>
                    <a:pt x="0" y="904001"/>
                    <a:pt x="29547" y="851099"/>
                  </a:cubicBezTo>
                  <a:cubicBezTo>
                    <a:pt x="464978" y="96468"/>
                    <a:pt x="464978" y="96468"/>
                    <a:pt x="464978" y="96468"/>
                  </a:cubicBezTo>
                  <a:cubicBezTo>
                    <a:pt x="496080" y="43566"/>
                    <a:pt x="572281" y="0"/>
                    <a:pt x="632930" y="0"/>
                  </a:cubicBezTo>
                  <a:cubicBezTo>
                    <a:pt x="1503792" y="0"/>
                    <a:pt x="1503792" y="0"/>
                    <a:pt x="1503792" y="0"/>
                  </a:cubicBezTo>
                  <a:cubicBezTo>
                    <a:pt x="1565996" y="0"/>
                    <a:pt x="1640642" y="43566"/>
                    <a:pt x="1671744" y="96468"/>
                  </a:cubicBezTo>
                  <a:cubicBezTo>
                    <a:pt x="2107175" y="851099"/>
                    <a:pt x="2107175" y="851099"/>
                    <a:pt x="2107175" y="851099"/>
                  </a:cubicBezTo>
                  <a:cubicBezTo>
                    <a:pt x="2138277" y="904001"/>
                    <a:pt x="2138277" y="991134"/>
                    <a:pt x="2107175" y="1044036"/>
                  </a:cubicBezTo>
                  <a:cubicBezTo>
                    <a:pt x="1671744" y="1798667"/>
                    <a:pt x="1671744" y="1798667"/>
                    <a:pt x="1671744" y="1798667"/>
                  </a:cubicBezTo>
                  <a:cubicBezTo>
                    <a:pt x="1640642" y="1851569"/>
                    <a:pt x="1565996" y="1895135"/>
                    <a:pt x="1503792" y="1895135"/>
                  </a:cubicBezTo>
                  <a:lnTo>
                    <a:pt x="632930" y="1895135"/>
                  </a:ln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sp>
          <p:nvSpPr>
            <p:cNvPr id="27" name="Freeform 5"/>
            <p:cNvSpPr/>
            <p:nvPr/>
          </p:nvSpPr>
          <p:spPr>
            <a:xfrm rot="10800000">
              <a:off x="7580556" y="1852194"/>
              <a:ext cx="1495486" cy="1325436"/>
            </a:xfrm>
            <a:custGeom>
              <a:avLst/>
              <a:gdLst/>
              <a:ahLst/>
              <a:cxnLst/>
              <a:rect l="0" t="0" r="r" b="b"/>
              <a:pathLst>
                <a:path w="1495486" h="1325436">
                  <a:moveTo>
                    <a:pt x="442664" y="1325436"/>
                  </a:moveTo>
                  <a:cubicBezTo>
                    <a:pt x="400246" y="1325436"/>
                    <a:pt x="346953" y="1294966"/>
                    <a:pt x="325200" y="1257967"/>
                  </a:cubicBezTo>
                  <a:cubicBezTo>
                    <a:pt x="20665" y="730187"/>
                    <a:pt x="20665" y="730187"/>
                    <a:pt x="20665" y="730187"/>
                  </a:cubicBezTo>
                  <a:cubicBezTo>
                    <a:pt x="0" y="693188"/>
                    <a:pt x="0" y="632248"/>
                    <a:pt x="20665" y="595249"/>
                  </a:cubicBezTo>
                  <a:cubicBezTo>
                    <a:pt x="325200" y="67469"/>
                    <a:pt x="325200" y="67469"/>
                    <a:pt x="325200" y="67469"/>
                  </a:cubicBezTo>
                  <a:cubicBezTo>
                    <a:pt x="346953" y="30470"/>
                    <a:pt x="400246" y="0"/>
                    <a:pt x="442664" y="0"/>
                  </a:cubicBezTo>
                  <a:cubicBezTo>
                    <a:pt x="1051735" y="0"/>
                    <a:pt x="1051735" y="0"/>
                    <a:pt x="1051735" y="0"/>
                  </a:cubicBezTo>
                  <a:cubicBezTo>
                    <a:pt x="1095240" y="0"/>
                    <a:pt x="1147446" y="30470"/>
                    <a:pt x="1169198" y="67469"/>
                  </a:cubicBezTo>
                  <a:cubicBezTo>
                    <a:pt x="1473733" y="595249"/>
                    <a:pt x="1473733" y="595249"/>
                    <a:pt x="1473733" y="595249"/>
                  </a:cubicBezTo>
                  <a:cubicBezTo>
                    <a:pt x="1495486" y="632248"/>
                    <a:pt x="1495486" y="693188"/>
                    <a:pt x="1473733" y="730187"/>
                  </a:cubicBezTo>
                  <a:cubicBezTo>
                    <a:pt x="1169198" y="1257967"/>
                    <a:pt x="1169198" y="1257967"/>
                    <a:pt x="1169198" y="1257967"/>
                  </a:cubicBezTo>
                  <a:cubicBezTo>
                    <a:pt x="1147446" y="1294966"/>
                    <a:pt x="1095240" y="1325436"/>
                    <a:pt x="1051735" y="1325436"/>
                  </a:cubicBezTo>
                  <a:lnTo>
                    <a:pt x="442664" y="1325436"/>
                  </a:lnTo>
                  <a:close/>
                </a:path>
              </a:pathLst>
            </a:custGeom>
            <a:solidFill>
              <a:schemeClr val="bg1">
                <a:alpha val="0"/>
              </a:schemeClr>
            </a:solidFill>
            <a:ln w="38100"/>
          </p:spPr>
          <p:txBody>
            <a:bodyPr vert="horz" wrap="square" lIns="91440" tIns="45720" rIns="91440" bIns="45720" numCol="1" anchor="t" anchorCtr="0"/>
            <a:lstStyle/>
            <a:p>
              <a:endParaRPr lang="zh-CN">
                <a:solidFill>
                  <a:srgbClr val="000000"/>
                </a:solidFill>
              </a:endParaRPr>
            </a:p>
          </p:txBody>
        </p:sp>
      </p:grpSp>
      <p:sp>
        <p:nvSpPr>
          <p:cNvPr id="36" name="文本框 269"/>
          <p:cNvSpPr txBox="1"/>
          <p:nvPr/>
        </p:nvSpPr>
        <p:spPr>
          <a:xfrm>
            <a:off x="892279" y="1926287"/>
            <a:ext cx="693986" cy="584640"/>
          </a:xfrm>
          <a:prstGeom prst="rect">
            <a:avLst/>
          </a:prstGeom>
          <a:noFill/>
        </p:spPr>
        <p:txBody>
          <a:bodyPr wrap="square">
            <a:spAutoFit/>
          </a:bodyPr>
          <a:lstStyle/>
          <a:p>
            <a:pPr algn="ctr"/>
            <a:r>
              <a:rPr lang="en-US" sz="3200">
                <a:solidFill>
                  <a:srgbClr val="01ACBE"/>
                </a:solidFill>
                <a:latin typeface="Impact" panose="020B0806030902050204"/>
              </a:rPr>
              <a:t>02</a:t>
            </a:r>
            <a:endParaRPr lang="zh-CN" sz="3200">
              <a:solidFill>
                <a:srgbClr val="01ACBE"/>
              </a:solidFill>
              <a:latin typeface="Impact" panose="020B0806030902050204"/>
            </a:endParaRPr>
          </a:p>
        </p:txBody>
      </p:sp>
      <p:sp>
        <p:nvSpPr>
          <p:cNvPr id="37" name="文本框 270"/>
          <p:cNvSpPr txBox="1"/>
          <p:nvPr/>
        </p:nvSpPr>
        <p:spPr>
          <a:xfrm>
            <a:off x="6645777" y="2194775"/>
            <a:ext cx="693986" cy="584640"/>
          </a:xfrm>
          <a:prstGeom prst="rect">
            <a:avLst/>
          </a:prstGeom>
          <a:noFill/>
        </p:spPr>
        <p:txBody>
          <a:bodyPr wrap="square">
            <a:spAutoFit/>
          </a:bodyPr>
          <a:lstStyle/>
          <a:p>
            <a:pPr algn="ctr"/>
            <a:r>
              <a:rPr lang="en-US" sz="3200">
                <a:solidFill>
                  <a:srgbClr val="FFB850"/>
                </a:solidFill>
                <a:latin typeface="Impact" panose="020B0806030902050204"/>
              </a:rPr>
              <a:t>03</a:t>
            </a:r>
            <a:endParaRPr lang="zh-CN" sz="3200">
              <a:solidFill>
                <a:srgbClr val="FFB850"/>
              </a:solidFill>
              <a:latin typeface="Impact" panose="020B0806030902050204"/>
            </a:endParaRPr>
          </a:p>
        </p:txBody>
      </p:sp>
      <p:sp>
        <p:nvSpPr>
          <p:cNvPr id="38" name="文本框 271"/>
          <p:cNvSpPr txBox="1"/>
          <p:nvPr/>
        </p:nvSpPr>
        <p:spPr>
          <a:xfrm>
            <a:off x="911495" y="4750683"/>
            <a:ext cx="693986" cy="584640"/>
          </a:xfrm>
          <a:prstGeom prst="rect">
            <a:avLst/>
          </a:prstGeom>
          <a:noFill/>
        </p:spPr>
        <p:txBody>
          <a:bodyPr wrap="square">
            <a:spAutoFit/>
          </a:bodyPr>
          <a:lstStyle/>
          <a:p>
            <a:pPr algn="ctr"/>
            <a:r>
              <a:rPr lang="en-US" sz="3200">
                <a:solidFill>
                  <a:srgbClr val="E87071"/>
                </a:solidFill>
                <a:latin typeface="Impact" panose="020B0806030902050204"/>
              </a:rPr>
              <a:t>04</a:t>
            </a:r>
            <a:endParaRPr lang="zh-CN" sz="3200">
              <a:solidFill>
                <a:srgbClr val="E87071"/>
              </a:solidFill>
              <a:latin typeface="Impact" panose="020B0806030902050204"/>
            </a:endParaRPr>
          </a:p>
        </p:txBody>
      </p:sp>
      <p:sp>
        <p:nvSpPr>
          <p:cNvPr id="40" name="文本框 273"/>
          <p:cNvSpPr txBox="1"/>
          <p:nvPr/>
        </p:nvSpPr>
        <p:spPr>
          <a:xfrm>
            <a:off x="1825772" y="1768219"/>
            <a:ext cx="1581864" cy="941155"/>
          </a:xfrm>
          <a:prstGeom prst="rect">
            <a:avLst/>
          </a:prstGeom>
          <a:noFill/>
        </p:spPr>
        <p:txBody>
          <a:bodyPr wrap="square">
            <a:spAutoFit/>
          </a:bodyPr>
          <a:lstStyle/>
          <a:p>
            <a:pPr algn="ctr">
              <a:lnSpc>
                <a:spcPct val="120000"/>
              </a:lnSpc>
            </a:pPr>
            <a:r>
              <a:rPr lang="zh-CN" sz="2400" b="1">
                <a:solidFill>
                  <a:schemeClr val="accent6">
                    <a:lumMod val="50000"/>
                  </a:schemeClr>
                </a:solidFill>
                <a:latin typeface="微软雅黑" panose="020B0503020204020204" pitchFamily="34" charset="-122"/>
                <a:ea typeface="微软雅黑" panose="020B0503020204020204" pitchFamily="34" charset="-122"/>
              </a:rPr>
              <a:t>行业竞争格局</a:t>
            </a:r>
          </a:p>
        </p:txBody>
      </p:sp>
      <p:sp>
        <p:nvSpPr>
          <p:cNvPr id="41" name="文本框 274"/>
          <p:cNvSpPr txBox="1"/>
          <p:nvPr/>
        </p:nvSpPr>
        <p:spPr>
          <a:xfrm>
            <a:off x="7579900" y="2033996"/>
            <a:ext cx="1489201" cy="941155"/>
          </a:xfrm>
          <a:prstGeom prst="rect">
            <a:avLst/>
          </a:prstGeom>
          <a:noFill/>
        </p:spPr>
        <p:txBody>
          <a:bodyPr wrap="square">
            <a:spAutoFit/>
          </a:bodyPr>
          <a:lstStyle/>
          <a:p>
            <a:pPr algn="ctr">
              <a:lnSpc>
                <a:spcPct val="120000"/>
              </a:lnSpc>
            </a:pPr>
            <a:r>
              <a:rPr lang="zh-CN" sz="2400" b="1">
                <a:solidFill>
                  <a:schemeClr val="accent6">
                    <a:lumMod val="50000"/>
                  </a:schemeClr>
                </a:solidFill>
                <a:latin typeface="微软雅黑" panose="020B0503020204020204" pitchFamily="34" charset="-122"/>
                <a:ea typeface="微软雅黑" panose="020B0503020204020204" pitchFamily="34" charset="-122"/>
              </a:rPr>
              <a:t>主要竞争态势</a:t>
            </a:r>
          </a:p>
        </p:txBody>
      </p:sp>
      <p:sp>
        <p:nvSpPr>
          <p:cNvPr id="42" name="文本框 275"/>
          <p:cNvSpPr txBox="1"/>
          <p:nvPr/>
        </p:nvSpPr>
        <p:spPr>
          <a:xfrm>
            <a:off x="1919335" y="4578998"/>
            <a:ext cx="1489201" cy="941155"/>
          </a:xfrm>
          <a:prstGeom prst="rect">
            <a:avLst/>
          </a:prstGeom>
          <a:noFill/>
        </p:spPr>
        <p:txBody>
          <a:bodyPr wrap="square">
            <a:spAutoFit/>
          </a:bodyPr>
          <a:lstStyle/>
          <a:p>
            <a:pPr algn="ctr">
              <a:lnSpc>
                <a:spcPct val="120000"/>
              </a:lnSpc>
            </a:pPr>
            <a:r>
              <a:rPr lang="zh-CN" sz="2400" b="1">
                <a:solidFill>
                  <a:schemeClr val="accent6">
                    <a:lumMod val="50000"/>
                  </a:schemeClr>
                </a:solidFill>
                <a:latin typeface="微软雅黑" panose="020B0503020204020204" pitchFamily="34" charset="-122"/>
                <a:ea typeface="微软雅黑" panose="020B0503020204020204" pitchFamily="34" charset="-122"/>
              </a:rPr>
              <a:t>产品竞争分析</a:t>
            </a:r>
          </a:p>
        </p:txBody>
      </p:sp>
      <p:sp>
        <p:nvSpPr>
          <p:cNvPr id="44" name="文本框 113"/>
          <p:cNvSpPr txBox="1"/>
          <p:nvPr/>
        </p:nvSpPr>
        <p:spPr>
          <a:xfrm>
            <a:off x="3701392" y="755755"/>
            <a:ext cx="2491711" cy="2192020"/>
          </a:xfrm>
          <a:prstGeom prst="rect">
            <a:avLst/>
          </a:prstGeom>
          <a:noFill/>
        </p:spPr>
        <p:txBody>
          <a:bodyPr wrap="square"/>
          <a:lstStyle/>
          <a:p>
            <a:pPr algn="just">
              <a:lnSpc>
                <a:spcPct val="150000"/>
              </a:lnSpc>
            </a:pPr>
            <a:r>
              <a:rPr lang="zh-CN" sz="1600">
                <a:solidFill>
                  <a:srgbClr val="0070C0"/>
                </a:solidFill>
                <a:latin typeface="+mn-lt"/>
                <a:ea typeface="+mn-lt"/>
              </a:rPr>
              <a:t>市面上二手交易平台众多，且在一定程度上流失了一部分用户。以咸鱼为例，其核心主张、管理模式、营销模式三方面的使其发展和壮大也为校园二手市场交易平台的开发与运营提供了蓝本。</a:t>
            </a:r>
          </a:p>
        </p:txBody>
      </p:sp>
      <p:sp>
        <p:nvSpPr>
          <p:cNvPr id="45" name="文本框 113"/>
          <p:cNvSpPr txBox="1"/>
          <p:nvPr/>
        </p:nvSpPr>
        <p:spPr>
          <a:xfrm>
            <a:off x="3701392" y="4024431"/>
            <a:ext cx="7956765" cy="2157514"/>
          </a:xfrm>
          <a:prstGeom prst="rect">
            <a:avLst/>
          </a:prstGeom>
          <a:noFill/>
        </p:spPr>
        <p:txBody>
          <a:bodyPr wrap="square"/>
          <a:lstStyle/>
          <a:p>
            <a:pPr algn="just">
              <a:lnSpc>
                <a:spcPct val="150000"/>
              </a:lnSpc>
            </a:pPr>
            <a:r>
              <a:rPr lang="zh-CN" sz="1600">
                <a:solidFill>
                  <a:srgbClr val="0F84B7"/>
                </a:solidFill>
                <a:latin typeface="苹方 粗体"/>
                <a:ea typeface="苹方 粗体"/>
              </a:rPr>
              <a:t>        </a:t>
            </a:r>
            <a:r>
              <a:rPr lang="zh-CN" sz="1600">
                <a:solidFill>
                  <a:srgbClr val="0070C0"/>
                </a:solidFill>
                <a:latin typeface="+mn-lt"/>
                <a:ea typeface="+mn-lt"/>
                <a:cs typeface="+mn-lt"/>
              </a:rPr>
              <a:t>品牌建立方面，老牌的孔夫子旧书网凭借着多年的先发优势，目前在旧书市场中的古籍善本领域占据领先地位。</a:t>
            </a:r>
            <a:endParaRPr lang="en-US">
              <a:solidFill>
                <a:srgbClr val="0070C0"/>
              </a:solidFill>
              <a:latin typeface="+mn-lt"/>
              <a:ea typeface="+mn-lt"/>
              <a:cs typeface="+mn-lt"/>
            </a:endParaRPr>
          </a:p>
          <a:p>
            <a:pPr algn="just">
              <a:lnSpc>
                <a:spcPct val="150000"/>
              </a:lnSpc>
            </a:pPr>
            <a:r>
              <a:rPr lang="en-US" sz="1600">
                <a:solidFill>
                  <a:srgbClr val="0070C0"/>
                </a:solidFill>
                <a:latin typeface="+mn-lt"/>
                <a:ea typeface="+mn-lt"/>
                <a:cs typeface="+mn-lt"/>
              </a:rPr>
              <a:t>       </a:t>
            </a:r>
            <a:r>
              <a:rPr lang="zh-CN" sz="1600">
                <a:solidFill>
                  <a:srgbClr val="0070C0"/>
                </a:solidFill>
                <a:latin typeface="+mn-lt"/>
                <a:ea typeface="+mn-lt"/>
                <a:cs typeface="+mn-lt"/>
              </a:rPr>
              <a:t> 第二类综合性的二手电商如闲鱼依托阿里巴巴平台，转转依托 </a:t>
            </a:r>
            <a:r>
              <a:rPr lang="en-US" sz="1600">
                <a:solidFill>
                  <a:srgbClr val="0070C0"/>
                </a:solidFill>
                <a:latin typeface="+mn-lt"/>
                <a:ea typeface="+mn-lt"/>
                <a:cs typeface="+mn-lt"/>
              </a:rPr>
              <a:t>58 </a:t>
            </a:r>
            <a:r>
              <a:rPr lang="zh-CN" sz="1600">
                <a:solidFill>
                  <a:srgbClr val="0070C0"/>
                </a:solidFill>
                <a:latin typeface="+mn-lt"/>
                <a:ea typeface="+mn-lt"/>
                <a:cs typeface="+mn-lt"/>
              </a:rPr>
              <a:t>同城和腾讯，都具有较高的起点与较强的实力。</a:t>
            </a:r>
            <a:endParaRPr lang="en-US">
              <a:solidFill>
                <a:srgbClr val="0070C0"/>
              </a:solidFill>
              <a:latin typeface="+mn-lt"/>
              <a:ea typeface="+mn-lt"/>
              <a:cs typeface="+mn-lt"/>
            </a:endParaRPr>
          </a:p>
          <a:p>
            <a:pPr algn="just">
              <a:lnSpc>
                <a:spcPct val="150000"/>
              </a:lnSpc>
            </a:pPr>
            <a:r>
              <a:rPr lang="en-US" sz="1600">
                <a:solidFill>
                  <a:srgbClr val="0070C0"/>
                </a:solidFill>
                <a:latin typeface="+mn-lt"/>
                <a:ea typeface="+mn-lt"/>
                <a:cs typeface="+mn-lt"/>
              </a:rPr>
              <a:t>        </a:t>
            </a:r>
            <a:r>
              <a:rPr lang="zh-CN" sz="1600">
                <a:solidFill>
                  <a:srgbClr val="0070C0"/>
                </a:solidFill>
                <a:latin typeface="+mn-lt"/>
                <a:ea typeface="+mn-lt"/>
                <a:cs typeface="+mn-lt"/>
              </a:rPr>
              <a:t>第三类新近成立的垂直型二手书网络交易平台，如多抓鱼、漫游鲸、熊猫格子等。它们都是借助微信平台，处在融资起步阶段，发展模式大致相同，我国二手书网络交易平台现状和发展策略研究用户对其品牌还未形成较深的认知。</a:t>
            </a:r>
          </a:p>
        </p:txBody>
      </p:sp>
      <p:sp>
        <p:nvSpPr>
          <p:cNvPr id="46" name="文本框 113"/>
          <p:cNvSpPr txBox="1"/>
          <p:nvPr/>
        </p:nvSpPr>
        <p:spPr>
          <a:xfrm>
            <a:off x="9403057" y="1851766"/>
            <a:ext cx="2255100" cy="1198880"/>
          </a:xfrm>
          <a:prstGeom prst="rect">
            <a:avLst/>
          </a:prstGeom>
          <a:noFill/>
        </p:spPr>
        <p:txBody>
          <a:bodyPr wrap="square">
            <a:spAutoFit/>
          </a:bodyPr>
          <a:lstStyle/>
          <a:p>
            <a:pPr algn="just">
              <a:lnSpc>
                <a:spcPct val="150000"/>
              </a:lnSpc>
            </a:pPr>
            <a:r>
              <a:rPr lang="en-US" sz="1600">
                <a:solidFill>
                  <a:srgbClr val="0070C0"/>
                </a:solidFill>
                <a:latin typeface="+mn-lt"/>
                <a:ea typeface="+mn-lt"/>
                <a:cs typeface="+mn-lt"/>
              </a:rPr>
              <a:t>A</a:t>
            </a:r>
            <a:r>
              <a:rPr lang="zh-CN" sz="1600">
                <a:solidFill>
                  <a:srgbClr val="0070C0"/>
                </a:solidFill>
                <a:latin typeface="+mn-lt"/>
                <a:ea typeface="+mn-lt"/>
                <a:cs typeface="+mn-lt"/>
              </a:rPr>
              <a:t>、经济实惠</a:t>
            </a:r>
            <a:endParaRPr lang="en-US" sz="1600">
              <a:solidFill>
                <a:srgbClr val="0070C0"/>
              </a:solidFill>
              <a:latin typeface="+mn-lt"/>
              <a:ea typeface="+mn-lt"/>
              <a:cs typeface="+mn-lt"/>
            </a:endParaRPr>
          </a:p>
          <a:p>
            <a:pPr algn="just">
              <a:lnSpc>
                <a:spcPct val="150000"/>
              </a:lnSpc>
            </a:pPr>
            <a:r>
              <a:rPr lang="en-US" sz="1600">
                <a:solidFill>
                  <a:srgbClr val="0070C0"/>
                </a:solidFill>
                <a:latin typeface="+mn-lt"/>
                <a:ea typeface="+mn-lt"/>
                <a:cs typeface="+mn-lt"/>
              </a:rPr>
              <a:t>B</a:t>
            </a:r>
            <a:r>
              <a:rPr lang="zh-CN" sz="1600">
                <a:solidFill>
                  <a:srgbClr val="0070C0"/>
                </a:solidFill>
                <a:latin typeface="+mn-lt"/>
                <a:ea typeface="+mn-lt"/>
                <a:cs typeface="+mn-lt"/>
              </a:rPr>
              <a:t>、环保、节约能源</a:t>
            </a:r>
            <a:endParaRPr lang="en-US" sz="1600">
              <a:solidFill>
                <a:srgbClr val="0070C0"/>
              </a:solidFill>
              <a:latin typeface="+mn-lt"/>
              <a:ea typeface="+mn-lt"/>
              <a:cs typeface="+mn-lt"/>
            </a:endParaRPr>
          </a:p>
          <a:p>
            <a:pPr algn="just">
              <a:lnSpc>
                <a:spcPct val="150000"/>
              </a:lnSpc>
            </a:pPr>
            <a:r>
              <a:rPr lang="en-US" sz="1600">
                <a:solidFill>
                  <a:srgbClr val="0070C0"/>
                </a:solidFill>
                <a:latin typeface="+mn-lt"/>
                <a:ea typeface="+mn-lt"/>
                <a:cs typeface="+mn-lt"/>
              </a:rPr>
              <a:t>C</a:t>
            </a:r>
            <a:r>
              <a:rPr lang="zh-CN" sz="1600">
                <a:solidFill>
                  <a:srgbClr val="0070C0"/>
                </a:solidFill>
                <a:latin typeface="+mn-lt"/>
                <a:ea typeface="+mn-lt"/>
                <a:cs typeface="+mn-lt"/>
              </a:rPr>
              <a:t>、整体优势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7" presetClass="entr" presetSubtype="0"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1000"/>
                                        <p:tgtEl>
                                          <p:spTgt spid="20"/>
                                        </p:tgtEl>
                                      </p:cBhvr>
                                    </p:animEffect>
                                    <p:anim calcmode="lin" valueType="num">
                                      <p:cBhvr>
                                        <p:cTn id="26" dur="1000" fill="hold"/>
                                        <p:tgtEl>
                                          <p:spTgt spid="20"/>
                                        </p:tgtEl>
                                        <p:attrNameLst>
                                          <p:attrName>ppt_x</p:attrName>
                                        </p:attrNameLst>
                                      </p:cBhvr>
                                      <p:tavLst>
                                        <p:tav tm="0">
                                          <p:val>
                                            <p:strVal val="#ppt_x"/>
                                          </p:val>
                                        </p:tav>
                                        <p:tav tm="100000">
                                          <p:val>
                                            <p:strVal val="#ppt_x"/>
                                          </p:val>
                                        </p:tav>
                                      </p:tavLst>
                                    </p:anim>
                                    <p:anim calcmode="lin" valueType="num">
                                      <p:cBhvr>
                                        <p:cTn id="27" dur="1000" fill="hold"/>
                                        <p:tgtEl>
                                          <p:spTgt spid="20"/>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7" presetClass="entr" presetSubtype="0"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par>
                          <p:cTn id="34" fill="hold">
                            <p:stCondLst>
                              <p:cond delay="4500"/>
                            </p:stCondLst>
                            <p:childTnLst>
                              <p:par>
                                <p:cTn id="35" presetID="10" presetClass="entr" presetSubtype="0" fill="hold"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par>
                                <p:cTn id="38" presetID="10" presetClass="entr" presetSubtype="0" fill="hold"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par>
                                <p:cTn id="41" presetID="10"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par>
                                <p:cTn id="48" presetID="10" presetClass="entr" presetSubtype="0" fill="hold" nodeType="with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fade">
                                      <p:cBhvr>
                                        <p:cTn id="50" dur="500"/>
                                        <p:tgtEl>
                                          <p:spTgt spid="41"/>
                                        </p:tgtEl>
                                      </p:cBhvr>
                                    </p:animEffect>
                                  </p:childTnLst>
                                </p:cTn>
                              </p:par>
                              <p:par>
                                <p:cTn id="51" presetID="10"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fade">
                                      <p:cBhvr>
                                        <p:cTn id="53" dur="500"/>
                                        <p:tgtEl>
                                          <p:spTgt spid="42"/>
                                        </p:tgtEl>
                                      </p:cBhvr>
                                    </p:animEffect>
                                  </p:childTnLst>
                                </p:cTn>
                              </p:par>
                            </p:childTnLst>
                          </p:cTn>
                        </p:par>
                        <p:par>
                          <p:cTn id="54" fill="hold">
                            <p:stCondLst>
                              <p:cond delay="5500"/>
                            </p:stCondLst>
                            <p:childTnLst>
                              <p:par>
                                <p:cTn id="55" presetID="10" presetClass="entr" presetSubtype="0" fill="hold" nodeType="after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500"/>
                                        <p:tgtEl>
                                          <p:spTgt spid="44"/>
                                        </p:tgtEl>
                                      </p:cBhvr>
                                    </p:animEffect>
                                  </p:childTnLst>
                                </p:cTn>
                              </p:par>
                              <p:par>
                                <p:cTn id="58" presetID="10" presetClass="entr" presetSubtype="0" fill="hold"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500"/>
                                        <p:tgtEl>
                                          <p:spTgt spid="46"/>
                                        </p:tgtEl>
                                      </p:cBhvr>
                                    </p:animEffect>
                                  </p:childTnLst>
                                </p:cTn>
                              </p:par>
                              <p:par>
                                <p:cTn id="61" presetID="10"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452"/>
          <p:cNvSpPr/>
          <p:nvPr/>
        </p:nvSpPr>
        <p:spPr>
          <a:xfrm>
            <a:off x="587950" y="2127886"/>
            <a:ext cx="5314304" cy="3533042"/>
          </a:xfrm>
          <a:prstGeom prst="roundRect">
            <a:avLst>
              <a:gd name="adj" fmla="val 6924"/>
            </a:avLst>
          </a:prstGeom>
          <a:ln w="12700">
            <a:solidFill>
              <a:srgbClr val="A6AAA9"/>
            </a:solidFill>
            <a:miter/>
          </a:ln>
        </p:spPr>
        <p:txBody>
          <a:bodyPr lIns="19046" tIns="19046" rIns="19046" bIns="19046" anchor="ctr"/>
          <a:lstStyle/>
          <a:p>
            <a:pPr lvl="0">
              <a:lnSpc>
                <a:spcPct val="120000"/>
              </a:lnSpc>
            </a:pPr>
            <a:endParaRPr sz="1735">
              <a:solidFill>
                <a:srgbClr val="1D73DA"/>
              </a:solidFill>
              <a:latin typeface="方正黑体简体"/>
              <a:ea typeface="方正黑体简体"/>
            </a:endParaRPr>
          </a:p>
        </p:txBody>
      </p:sp>
      <p:sp>
        <p:nvSpPr>
          <p:cNvPr id="3" name="Shape 1454"/>
          <p:cNvSpPr/>
          <p:nvPr/>
        </p:nvSpPr>
        <p:spPr>
          <a:xfrm>
            <a:off x="6757035" y="2040255"/>
            <a:ext cx="4740910" cy="3620135"/>
          </a:xfrm>
          <a:prstGeom prst="roundRect">
            <a:avLst>
              <a:gd name="adj" fmla="val 6924"/>
            </a:avLst>
          </a:prstGeom>
          <a:ln w="12700">
            <a:solidFill>
              <a:srgbClr val="A6AAA9"/>
            </a:solidFill>
            <a:miter/>
          </a:ln>
        </p:spPr>
        <p:txBody>
          <a:bodyPr lIns="19046" tIns="19046" rIns="19046" bIns="19046" anchor="ctr"/>
          <a:lstStyle/>
          <a:p>
            <a:pPr lvl="0">
              <a:lnSpc>
                <a:spcPct val="120000"/>
              </a:lnSpc>
            </a:pPr>
            <a:endParaRPr sz="1735">
              <a:solidFill>
                <a:srgbClr val="1D73DA"/>
              </a:solidFill>
              <a:latin typeface="方正黑体简体"/>
              <a:ea typeface="方正黑体简体"/>
            </a:endParaRPr>
          </a:p>
        </p:txBody>
      </p:sp>
      <p:sp>
        <p:nvSpPr>
          <p:cNvPr id="6" name="Shape 1460"/>
          <p:cNvSpPr/>
          <p:nvPr/>
        </p:nvSpPr>
        <p:spPr>
          <a:xfrm>
            <a:off x="1845946" y="913388"/>
            <a:ext cx="1998133" cy="2016924"/>
          </a:xfrm>
          <a:custGeom>
            <a:avLst/>
            <a:gdLst/>
            <a:ahLst/>
            <a:cxnLst/>
            <a:rect l="0" t="0" r="r" b="b"/>
            <a:pathLst>
              <a:path w="1998133" h="2016924">
                <a:moveTo>
                  <a:pt x="1705404" y="295380"/>
                </a:moveTo>
                <a:cubicBezTo>
                  <a:pt x="2095608" y="689151"/>
                  <a:pt x="2095608" y="1327671"/>
                  <a:pt x="1705404" y="1721442"/>
                </a:cubicBezTo>
                <a:cubicBezTo>
                  <a:pt x="1315301" y="2115316"/>
                  <a:pt x="682730" y="2115316"/>
                  <a:pt x="292628" y="1721442"/>
                </a:cubicBezTo>
                <a:cubicBezTo>
                  <a:pt x="-97576" y="1327671"/>
                  <a:pt x="-97576" y="689151"/>
                  <a:pt x="292628" y="295380"/>
                </a:cubicBezTo>
                <a:cubicBezTo>
                  <a:pt x="682730" y="-98494"/>
                  <a:pt x="1315301" y="-98494"/>
                  <a:pt x="1705404" y="295380"/>
                </a:cubicBezTo>
                <a:close/>
              </a:path>
            </a:pathLst>
          </a:custGeom>
          <a:solidFill>
            <a:schemeClr val="accent1"/>
          </a:solidFill>
          <a:ln>
            <a:noFill/>
          </a:ln>
        </p:spPr>
        <p:txBody>
          <a:bodyPr wrap="square" lIns="19046" tIns="19046" rIns="19046" bIns="19046" numCol="1" anchor="ctr"/>
          <a:lstStyle/>
          <a:p>
            <a:pPr lvl="0">
              <a:lnSpc>
                <a:spcPct val="120000"/>
              </a:lnSpc>
            </a:pPr>
            <a:endParaRPr sz="1735">
              <a:solidFill>
                <a:srgbClr val="1D73DA"/>
              </a:solidFill>
              <a:latin typeface="方正黑体简体"/>
              <a:ea typeface="方正黑体简体"/>
            </a:endParaRPr>
          </a:p>
        </p:txBody>
      </p:sp>
      <p:grpSp>
        <p:nvGrpSpPr>
          <p:cNvPr id="7" name="Group 20"/>
          <p:cNvGrpSpPr/>
          <p:nvPr/>
        </p:nvGrpSpPr>
        <p:grpSpPr>
          <a:xfrm>
            <a:off x="1744391" y="789382"/>
            <a:ext cx="745189" cy="734002"/>
            <a:chOff x="1369087" y="2088729"/>
            <a:chExt cx="474017" cy="474016"/>
          </a:xfrm>
        </p:grpSpPr>
        <p:sp>
          <p:nvSpPr>
            <p:cNvPr id="8" name="Shape 1463"/>
            <p:cNvSpPr/>
            <p:nvPr/>
          </p:nvSpPr>
          <p:spPr>
            <a:xfrm>
              <a:off x="1369087" y="2088729"/>
              <a:ext cx="474017" cy="474016"/>
            </a:xfrm>
            <a:custGeom>
              <a:avLst/>
              <a:gdLst/>
              <a:ahLst/>
              <a:cxnLst/>
              <a:rect l="0" t="0" r="r" b="b"/>
              <a:pathLst>
                <a:path w="474017" h="474016">
                  <a:moveTo>
                    <a:pt x="404573" y="69420"/>
                  </a:moveTo>
                  <a:cubicBezTo>
                    <a:pt x="497141" y="161964"/>
                    <a:pt x="497141" y="312028"/>
                    <a:pt x="404573" y="404572"/>
                  </a:cubicBezTo>
                  <a:cubicBezTo>
                    <a:pt x="312029" y="497140"/>
                    <a:pt x="161964" y="497140"/>
                    <a:pt x="69420" y="404572"/>
                  </a:cubicBezTo>
                  <a:cubicBezTo>
                    <a:pt x="-23148" y="312028"/>
                    <a:pt x="-23148" y="161964"/>
                    <a:pt x="69420" y="69420"/>
                  </a:cubicBezTo>
                  <a:cubicBezTo>
                    <a:pt x="161964" y="-23148"/>
                    <a:pt x="312029" y="-23148"/>
                    <a:pt x="404573" y="69420"/>
                  </a:cubicBezTo>
                  <a:close/>
                </a:path>
              </a:pathLst>
            </a:custGeom>
            <a:solidFill>
              <a:schemeClr val="accent1">
                <a:lumMod val="75000"/>
              </a:schemeClr>
            </a:solidFill>
            <a:ln w="12700">
              <a:miter/>
            </a:ln>
          </p:spPr>
          <p:txBody>
            <a:bodyPr lIns="25395" tIns="25395" rIns="25395" bIns="25395" anchor="ctr"/>
            <a:lstStyle/>
            <a:p>
              <a:pPr lvl="0">
                <a:lnSpc>
                  <a:spcPct val="120000"/>
                </a:lnSpc>
              </a:pPr>
              <a:endParaRPr sz="1735">
                <a:solidFill>
                  <a:srgbClr val="1D73DA"/>
                </a:solidFill>
                <a:latin typeface="方正黑体简体"/>
                <a:ea typeface="方正黑体简体"/>
              </a:endParaRPr>
            </a:p>
          </p:txBody>
        </p:sp>
        <p:sp>
          <p:nvSpPr>
            <p:cNvPr id="9" name="Shape 1464"/>
            <p:cNvSpPr/>
            <p:nvPr/>
          </p:nvSpPr>
          <p:spPr>
            <a:xfrm>
              <a:off x="1477567" y="2232573"/>
              <a:ext cx="231656" cy="186335"/>
            </a:xfrm>
            <a:custGeom>
              <a:avLst/>
              <a:gdLst/>
              <a:ahLst/>
              <a:cxnLst/>
              <a:rect l="0" t="0" r="r" b="b"/>
              <a:pathLst>
                <a:path w="231656" h="186335">
                  <a:moveTo>
                    <a:pt x="78741" y="183343"/>
                  </a:moveTo>
                  <a:cubicBezTo>
                    <a:pt x="78741" y="186448"/>
                    <a:pt x="80484" y="187312"/>
                    <a:pt x="82909" y="185105"/>
                  </a:cubicBezTo>
                  <a:cubicBezTo>
                    <a:pt x="86070" y="182244"/>
                    <a:pt x="118783" y="152894"/>
                    <a:pt x="118783" y="152894"/>
                  </a:cubicBezTo>
                  <a:lnTo>
                    <a:pt x="78741" y="132169"/>
                  </a:lnTo>
                  <a:cubicBezTo>
                    <a:pt x="78741" y="132169"/>
                    <a:pt x="78741" y="183343"/>
                    <a:pt x="78741" y="183343"/>
                  </a:cubicBezTo>
                  <a:close/>
                  <a:moveTo>
                    <a:pt x="225291" y="436"/>
                  </a:moveTo>
                  <a:cubicBezTo>
                    <a:pt x="220961" y="1954"/>
                    <a:pt x="7220" y="77280"/>
                    <a:pt x="2999" y="78763"/>
                  </a:cubicBezTo>
                  <a:cubicBezTo>
                    <a:pt x="-574" y="80019"/>
                    <a:pt x="-1364" y="83106"/>
                    <a:pt x="2879" y="84807"/>
                  </a:cubicBezTo>
                  <a:cubicBezTo>
                    <a:pt x="7935" y="86831"/>
                    <a:pt x="50672" y="103961"/>
                    <a:pt x="50672" y="103961"/>
                  </a:cubicBezTo>
                  <a:lnTo>
                    <a:pt x="50672" y="103961"/>
                  </a:lnTo>
                  <a:lnTo>
                    <a:pt x="79001" y="115318"/>
                  </a:lnTo>
                  <a:cubicBezTo>
                    <a:pt x="79001" y="115318"/>
                    <a:pt x="215451" y="15107"/>
                    <a:pt x="217291" y="13755"/>
                  </a:cubicBezTo>
                  <a:cubicBezTo>
                    <a:pt x="219164" y="12386"/>
                    <a:pt x="221296" y="14941"/>
                    <a:pt x="219954" y="16407"/>
                  </a:cubicBezTo>
                  <a:cubicBezTo>
                    <a:pt x="218601" y="17881"/>
                    <a:pt x="120840" y="123595"/>
                    <a:pt x="120840" y="123595"/>
                  </a:cubicBezTo>
                  <a:cubicBezTo>
                    <a:pt x="120840" y="123595"/>
                    <a:pt x="120840" y="123595"/>
                    <a:pt x="120840" y="123604"/>
                  </a:cubicBezTo>
                  <a:lnTo>
                    <a:pt x="115146" y="129945"/>
                  </a:lnTo>
                  <a:lnTo>
                    <a:pt x="122680" y="134001"/>
                  </a:lnTo>
                  <a:lnTo>
                    <a:pt x="122680" y="134001"/>
                  </a:lnTo>
                  <a:cubicBezTo>
                    <a:pt x="122680" y="134001"/>
                    <a:pt x="181233" y="165515"/>
                    <a:pt x="185401" y="167765"/>
                  </a:cubicBezTo>
                  <a:cubicBezTo>
                    <a:pt x="189049" y="169728"/>
                    <a:pt x="193812" y="168097"/>
                    <a:pt x="194862" y="163544"/>
                  </a:cubicBezTo>
                  <a:cubicBezTo>
                    <a:pt x="196117" y="158179"/>
                    <a:pt x="230682" y="9176"/>
                    <a:pt x="231461" y="5853"/>
                  </a:cubicBezTo>
                  <a:cubicBezTo>
                    <a:pt x="232457" y="1544"/>
                    <a:pt x="229610" y="-1090"/>
                    <a:pt x="225291" y="436"/>
                  </a:cubicBezTo>
                  <a:close/>
                </a:path>
              </a:pathLst>
            </a:custGeom>
            <a:solidFill>
              <a:schemeClr val="bg1"/>
            </a:solidFill>
            <a:ln w="12700">
              <a:miter/>
            </a:ln>
          </p:spPr>
          <p:txBody>
            <a:bodyPr lIns="0" tIns="0" rIns="0" bIns="0" anchor="ctr"/>
            <a:lstStyle/>
            <a:p>
              <a:pPr lvl="0">
                <a:lnSpc>
                  <a:spcPct val="120000"/>
                </a:lnSpc>
              </a:pPr>
              <a:endParaRPr sz="1735">
                <a:solidFill>
                  <a:srgbClr val="1D73DA"/>
                </a:solidFill>
                <a:latin typeface="方正黑体简体"/>
                <a:ea typeface="方正黑体简体"/>
              </a:endParaRPr>
            </a:p>
          </p:txBody>
        </p:sp>
      </p:grpSp>
      <p:sp>
        <p:nvSpPr>
          <p:cNvPr id="10" name="Shape 1465"/>
          <p:cNvSpPr/>
          <p:nvPr/>
        </p:nvSpPr>
        <p:spPr>
          <a:xfrm>
            <a:off x="8278393" y="937072"/>
            <a:ext cx="2124294" cy="1995551"/>
          </a:xfrm>
          <a:custGeom>
            <a:avLst/>
            <a:gdLst/>
            <a:ahLst/>
            <a:cxnLst/>
            <a:rect l="0" t="0" r="r" b="b"/>
            <a:pathLst>
              <a:path w="2124294" h="1995551">
                <a:moveTo>
                  <a:pt x="1813082" y="292250"/>
                </a:moveTo>
                <a:cubicBezTo>
                  <a:pt x="2227923" y="681848"/>
                  <a:pt x="2227923" y="1313602"/>
                  <a:pt x="1813082" y="1703200"/>
                </a:cubicBezTo>
                <a:cubicBezTo>
                  <a:pt x="1398349" y="2092900"/>
                  <a:pt x="725837" y="2092900"/>
                  <a:pt x="311104" y="1703200"/>
                </a:cubicBezTo>
                <a:cubicBezTo>
                  <a:pt x="-103737" y="1313602"/>
                  <a:pt x="-103737" y="681848"/>
                  <a:pt x="311104" y="292250"/>
                </a:cubicBezTo>
                <a:cubicBezTo>
                  <a:pt x="725837" y="-97450"/>
                  <a:pt x="1398349" y="-97450"/>
                  <a:pt x="1813082" y="292250"/>
                </a:cubicBezTo>
                <a:close/>
              </a:path>
            </a:pathLst>
          </a:custGeom>
          <a:solidFill>
            <a:schemeClr val="accent2"/>
          </a:solidFill>
          <a:ln>
            <a:noFill/>
          </a:ln>
        </p:spPr>
        <p:txBody>
          <a:bodyPr wrap="square" lIns="19046" tIns="19046" rIns="19046" bIns="19046" numCol="1" anchor="ctr"/>
          <a:lstStyle/>
          <a:p>
            <a:pPr lvl="0">
              <a:lnSpc>
                <a:spcPct val="120000"/>
              </a:lnSpc>
            </a:pPr>
            <a:endParaRPr sz="1735">
              <a:solidFill>
                <a:srgbClr val="1D73DA"/>
              </a:solidFill>
              <a:latin typeface="方正黑体简体"/>
              <a:ea typeface="方正黑体简体"/>
            </a:endParaRPr>
          </a:p>
        </p:txBody>
      </p:sp>
      <p:grpSp>
        <p:nvGrpSpPr>
          <p:cNvPr id="13" name="Group 32"/>
          <p:cNvGrpSpPr/>
          <p:nvPr/>
        </p:nvGrpSpPr>
        <p:grpSpPr>
          <a:xfrm>
            <a:off x="8338287" y="872154"/>
            <a:ext cx="754511" cy="734003"/>
            <a:chOff x="3906591" y="2088732"/>
            <a:chExt cx="474017" cy="474017"/>
          </a:xfrm>
        </p:grpSpPr>
        <p:sp>
          <p:nvSpPr>
            <p:cNvPr id="14" name="Shape 1474"/>
            <p:cNvSpPr/>
            <p:nvPr/>
          </p:nvSpPr>
          <p:spPr>
            <a:xfrm>
              <a:off x="3906591" y="2088732"/>
              <a:ext cx="474017" cy="474017"/>
            </a:xfrm>
            <a:custGeom>
              <a:avLst/>
              <a:gdLst/>
              <a:ahLst/>
              <a:cxnLst/>
              <a:rect l="0" t="0" r="r" b="b"/>
              <a:pathLst>
                <a:path w="474017" h="474017">
                  <a:moveTo>
                    <a:pt x="404573" y="69420"/>
                  </a:moveTo>
                  <a:cubicBezTo>
                    <a:pt x="497141" y="161964"/>
                    <a:pt x="497141" y="312029"/>
                    <a:pt x="404573" y="404573"/>
                  </a:cubicBezTo>
                  <a:cubicBezTo>
                    <a:pt x="312029" y="497141"/>
                    <a:pt x="161964" y="497141"/>
                    <a:pt x="69420" y="404573"/>
                  </a:cubicBezTo>
                  <a:cubicBezTo>
                    <a:pt x="-23148" y="312029"/>
                    <a:pt x="-23148" y="161964"/>
                    <a:pt x="69420" y="69420"/>
                  </a:cubicBezTo>
                  <a:cubicBezTo>
                    <a:pt x="161964" y="-23148"/>
                    <a:pt x="312029" y="-23148"/>
                    <a:pt x="404573" y="69420"/>
                  </a:cubicBezTo>
                  <a:close/>
                </a:path>
              </a:pathLst>
            </a:custGeom>
            <a:solidFill>
              <a:schemeClr val="accent2">
                <a:lumMod val="75000"/>
              </a:schemeClr>
            </a:solidFill>
            <a:ln w="12700">
              <a:miter/>
            </a:ln>
          </p:spPr>
          <p:txBody>
            <a:bodyPr lIns="25395" tIns="25395" rIns="25395" bIns="25395" anchor="ctr"/>
            <a:lstStyle/>
            <a:p>
              <a:pPr lvl="0">
                <a:lnSpc>
                  <a:spcPct val="120000"/>
                </a:lnSpc>
              </a:pPr>
              <a:endParaRPr sz="1735">
                <a:solidFill>
                  <a:srgbClr val="1D73DA"/>
                </a:solidFill>
                <a:latin typeface="方正黑体简体"/>
                <a:ea typeface="方正黑体简体"/>
              </a:endParaRPr>
            </a:p>
          </p:txBody>
        </p:sp>
        <p:grpSp>
          <p:nvGrpSpPr>
            <p:cNvPr id="15" name="Group 1479"/>
            <p:cNvGrpSpPr/>
            <p:nvPr/>
          </p:nvGrpSpPr>
          <p:grpSpPr>
            <a:xfrm>
              <a:off x="4031314" y="2211790"/>
              <a:ext cx="199171" cy="186335"/>
              <a:chOff x="0" y="0"/>
              <a:chExt cx="398340" cy="372667"/>
            </a:xfrm>
          </p:grpSpPr>
          <p:sp>
            <p:nvSpPr>
              <p:cNvPr id="16" name="Shape 1477"/>
              <p:cNvSpPr/>
              <p:nvPr/>
            </p:nvSpPr>
            <p:spPr>
              <a:xfrm>
                <a:off x="0" y="0"/>
                <a:ext cx="346395" cy="241984"/>
              </a:xfrm>
              <a:custGeom>
                <a:avLst/>
                <a:gdLst/>
                <a:ahLst/>
                <a:cxnLst/>
                <a:rect l="0" t="0" r="r" b="b"/>
                <a:pathLst>
                  <a:path w="346395" h="241984">
                    <a:moveTo>
                      <a:pt x="346395" y="124822"/>
                    </a:moveTo>
                    <a:lnTo>
                      <a:pt x="305019" y="10823"/>
                    </a:lnTo>
                    <a:cubicBezTo>
                      <a:pt x="301970" y="2451"/>
                      <a:pt x="293002" y="-2033"/>
                      <a:pt x="285017" y="892"/>
                    </a:cubicBezTo>
                    <a:lnTo>
                      <a:pt x="9969" y="101245"/>
                    </a:lnTo>
                    <a:cubicBezTo>
                      <a:pt x="1984" y="104171"/>
                      <a:pt x="-2032" y="113378"/>
                      <a:pt x="1032" y="121805"/>
                    </a:cubicBezTo>
                    <a:lnTo>
                      <a:pt x="44666" y="241984"/>
                    </a:lnTo>
                    <a:lnTo>
                      <a:pt x="44666" y="177534"/>
                    </a:lnTo>
                    <a:cubicBezTo>
                      <a:pt x="44666" y="148500"/>
                      <a:pt x="67895" y="124822"/>
                      <a:pt x="96447" y="124822"/>
                    </a:cubicBezTo>
                    <a:lnTo>
                      <a:pt x="169116" y="124822"/>
                    </a:lnTo>
                    <a:lnTo>
                      <a:pt x="255804" y="63976"/>
                    </a:lnTo>
                    <a:lnTo>
                      <a:pt x="305955" y="124822"/>
                    </a:lnTo>
                    <a:cubicBezTo>
                      <a:pt x="305955" y="124822"/>
                      <a:pt x="346395" y="124822"/>
                      <a:pt x="346395" y="124822"/>
                    </a:cubicBezTo>
                    <a:close/>
                  </a:path>
                </a:pathLst>
              </a:custGeom>
              <a:solidFill>
                <a:schemeClr val="bg1"/>
              </a:solidFill>
              <a:ln>
                <a:noFill/>
              </a:ln>
            </p:spPr>
            <p:txBody>
              <a:bodyPr wrap="square" lIns="0" tIns="0" rIns="0" bIns="0" numCol="1" anchor="ctr"/>
              <a:lstStyle/>
              <a:p>
                <a:pPr lvl="0">
                  <a:lnSpc>
                    <a:spcPct val="120000"/>
                  </a:lnSpc>
                </a:pPr>
                <a:endParaRPr sz="1735">
                  <a:solidFill>
                    <a:srgbClr val="1D73DA"/>
                  </a:solidFill>
                  <a:latin typeface="方正黑体简体"/>
                  <a:ea typeface="方正黑体简体"/>
                </a:endParaRPr>
              </a:p>
            </p:txBody>
          </p:sp>
          <p:sp>
            <p:nvSpPr>
              <p:cNvPr id="17" name="Shape 1478"/>
              <p:cNvSpPr/>
              <p:nvPr/>
            </p:nvSpPr>
            <p:spPr>
              <a:xfrm>
                <a:off x="74826" y="149651"/>
                <a:ext cx="323515" cy="223017"/>
              </a:xfrm>
              <a:custGeom>
                <a:avLst/>
                <a:gdLst/>
                <a:ahLst/>
                <a:cxnLst/>
                <a:rect l="0" t="0" r="r" b="b"/>
                <a:pathLst>
                  <a:path w="323515" h="223017">
                    <a:moveTo>
                      <a:pt x="308103" y="0"/>
                    </a:moveTo>
                    <a:lnTo>
                      <a:pt x="15397" y="0"/>
                    </a:lnTo>
                    <a:cubicBezTo>
                      <a:pt x="6890" y="0"/>
                      <a:pt x="0" y="7310"/>
                      <a:pt x="0" y="16220"/>
                    </a:cubicBezTo>
                    <a:lnTo>
                      <a:pt x="0" y="206797"/>
                    </a:lnTo>
                    <a:cubicBezTo>
                      <a:pt x="0" y="215759"/>
                      <a:pt x="6890" y="223017"/>
                      <a:pt x="15397" y="223017"/>
                    </a:cubicBezTo>
                    <a:lnTo>
                      <a:pt x="308103" y="223017"/>
                    </a:lnTo>
                    <a:cubicBezTo>
                      <a:pt x="316625" y="223017"/>
                      <a:pt x="323515" y="215759"/>
                      <a:pt x="323515" y="206797"/>
                    </a:cubicBezTo>
                    <a:lnTo>
                      <a:pt x="323515" y="16220"/>
                    </a:lnTo>
                    <a:cubicBezTo>
                      <a:pt x="323515" y="7310"/>
                      <a:pt x="316625" y="0"/>
                      <a:pt x="308103" y="0"/>
                    </a:cubicBezTo>
                    <a:close/>
                  </a:path>
                </a:pathLst>
              </a:custGeom>
              <a:solidFill>
                <a:schemeClr val="bg1"/>
              </a:solidFill>
              <a:ln>
                <a:noFill/>
              </a:ln>
            </p:spPr>
            <p:txBody>
              <a:bodyPr wrap="square" lIns="0" tIns="0" rIns="0" bIns="0" numCol="1" anchor="ctr"/>
              <a:lstStyle/>
              <a:p>
                <a:pPr lvl="0">
                  <a:lnSpc>
                    <a:spcPct val="120000"/>
                  </a:lnSpc>
                </a:pPr>
                <a:endParaRPr sz="1735">
                  <a:solidFill>
                    <a:srgbClr val="1D73DA"/>
                  </a:solidFill>
                  <a:latin typeface="方正黑体简体"/>
                  <a:ea typeface="方正黑体简体"/>
                </a:endParaRPr>
              </a:p>
            </p:txBody>
          </p:sp>
        </p:grpSp>
      </p:grpSp>
      <p:sp>
        <p:nvSpPr>
          <p:cNvPr id="21" name="Text Placeholder 5"/>
          <p:cNvSpPr txBox="1"/>
          <p:nvPr/>
        </p:nvSpPr>
        <p:spPr>
          <a:xfrm>
            <a:off x="1958599" y="1641101"/>
            <a:ext cx="1772825" cy="389929"/>
          </a:xfrm>
          <a:prstGeom prst="rect">
            <a:avLst/>
          </a:prstGeom>
        </p:spPr>
        <p:txBody>
          <a:bodyPr anchor="ctr"/>
          <a:lstStyle>
            <a:lvl1pPr marL="342900" lvl="0" indent="-342900" algn="l" defTabSz="914400">
              <a:spcBef>
                <a:spcPct val="20000"/>
              </a:spcBef>
              <a:buFont typeface="Arial" panose="020B0604020202020204" pitchFamily="34" charset="0"/>
              <a:buChar char="•"/>
              <a:defRPr sz="3200" kern="1200">
                <a:solidFill>
                  <a:schemeClr val="tx1"/>
                </a:solidFill>
                <a:latin typeface="Calibri" panose="020F0502020204030204"/>
                <a:ea typeface="等线" panose="02010600030101010101" charset="-122"/>
              </a:defRPr>
            </a:lvl1pPr>
            <a:lvl2pPr marL="742950" lvl="1" indent="-285750" algn="l" defTabSz="914400">
              <a:spcBef>
                <a:spcPct val="20000"/>
              </a:spcBef>
              <a:buFont typeface="Arial" panose="020B0604020202020204" pitchFamily="34" charset="0"/>
              <a:buChar char="–"/>
              <a:defRPr sz="2800" kern="1200">
                <a:solidFill>
                  <a:schemeClr val="tx1"/>
                </a:solidFill>
                <a:latin typeface="Calibri" panose="020F0502020204030204"/>
                <a:ea typeface="等线" panose="02010600030101010101" charset="-122"/>
              </a:defRPr>
            </a:lvl2pPr>
            <a:lvl3pPr marL="1143000" lvl="2" indent="-228600" algn="l" defTabSz="914400">
              <a:spcBef>
                <a:spcPct val="20000"/>
              </a:spcBef>
              <a:buFont typeface="Arial" panose="020B0604020202020204" pitchFamily="34" charset="0"/>
              <a:buChar char="•"/>
              <a:defRPr sz="2400" kern="1200">
                <a:solidFill>
                  <a:schemeClr val="tx1"/>
                </a:solidFill>
                <a:latin typeface="Calibri" panose="020F0502020204030204"/>
                <a:ea typeface="等线" panose="02010600030101010101" charset="-122"/>
              </a:defRPr>
            </a:lvl3pPr>
            <a:lvl4pPr marL="1600200" lvl="3"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4pPr>
            <a:lvl5pPr marL="2057400" lvl="4"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5pPr>
            <a:lvl6pPr marL="2514600" lvl="5"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6pPr>
            <a:lvl7pPr marL="2971800" lvl="6"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7pPr>
            <a:lvl8pPr marL="3429000" lvl="7"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8pPr>
            <a:lvl9pPr marL="3886200" lvl="8"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9pPr>
          </a:lstStyle>
          <a:p>
            <a:pPr marL="0" indent="0" algn="ctr">
              <a:lnSpc>
                <a:spcPct val="120000"/>
              </a:lnSpc>
              <a:buNone/>
            </a:pPr>
            <a:r>
              <a:rPr lang="zh-CN" sz="2800">
                <a:solidFill>
                  <a:schemeClr val="bg1"/>
                </a:solidFill>
                <a:latin typeface="方正黑体简体"/>
                <a:ea typeface="方正黑体简体"/>
              </a:rPr>
              <a:t>发展趋势</a:t>
            </a:r>
          </a:p>
        </p:txBody>
      </p:sp>
      <p:sp>
        <p:nvSpPr>
          <p:cNvPr id="22" name="Text Placeholder 6"/>
          <p:cNvSpPr txBox="1"/>
          <p:nvPr/>
        </p:nvSpPr>
        <p:spPr>
          <a:xfrm>
            <a:off x="485810" y="2728342"/>
            <a:ext cx="5328896" cy="2688982"/>
          </a:xfrm>
          <a:prstGeom prst="rect">
            <a:avLst/>
          </a:prstGeom>
        </p:spPr>
        <p:txBody>
          <a:bodyPr anchor="ctr"/>
          <a:lstStyle>
            <a:lvl1pPr marL="342900" lvl="0" indent="-342900" algn="l" defTabSz="914400">
              <a:spcBef>
                <a:spcPct val="20000"/>
              </a:spcBef>
              <a:buFont typeface="Arial" panose="020B0604020202020204" pitchFamily="34" charset="0"/>
              <a:buChar char="•"/>
              <a:defRPr sz="3200" kern="1200">
                <a:solidFill>
                  <a:schemeClr val="tx1"/>
                </a:solidFill>
                <a:latin typeface="Calibri" panose="020F0502020204030204"/>
                <a:ea typeface="等线" panose="02010600030101010101" charset="-122"/>
              </a:defRPr>
            </a:lvl1pPr>
            <a:lvl2pPr marL="742950" lvl="1" indent="-285750" algn="l" defTabSz="914400">
              <a:spcBef>
                <a:spcPct val="20000"/>
              </a:spcBef>
              <a:buFont typeface="Arial" panose="020B0604020202020204" pitchFamily="34" charset="0"/>
              <a:buChar char="–"/>
              <a:defRPr sz="2800" kern="1200">
                <a:solidFill>
                  <a:schemeClr val="tx1"/>
                </a:solidFill>
                <a:latin typeface="Calibri" panose="020F0502020204030204"/>
                <a:ea typeface="等线" panose="02010600030101010101" charset="-122"/>
              </a:defRPr>
            </a:lvl2pPr>
            <a:lvl3pPr marL="1143000" lvl="2" indent="-228600" algn="l" defTabSz="914400">
              <a:spcBef>
                <a:spcPct val="20000"/>
              </a:spcBef>
              <a:buFont typeface="Arial" panose="020B0604020202020204" pitchFamily="34" charset="0"/>
              <a:buChar char="•"/>
              <a:defRPr sz="2400" kern="1200">
                <a:solidFill>
                  <a:schemeClr val="tx1"/>
                </a:solidFill>
                <a:latin typeface="Calibri" panose="020F0502020204030204"/>
                <a:ea typeface="等线" panose="02010600030101010101" charset="-122"/>
              </a:defRPr>
            </a:lvl3pPr>
            <a:lvl4pPr marL="1600200" lvl="3"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4pPr>
            <a:lvl5pPr marL="2057400" lvl="4"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5pPr>
            <a:lvl6pPr marL="2514600" lvl="5"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6pPr>
            <a:lvl7pPr marL="2971800" lvl="6"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7pPr>
            <a:lvl8pPr marL="3429000" lvl="7"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8pPr>
            <a:lvl9pPr marL="3886200" lvl="8" indent="-228600" algn="l" defTabSz="914400">
              <a:spcBef>
                <a:spcPct val="20000"/>
              </a:spcBef>
              <a:buFont typeface="Arial" panose="020B0604020202020204" pitchFamily="34" charset="0"/>
              <a:buChar char="•"/>
              <a:defRPr sz="2000" kern="1200">
                <a:solidFill>
                  <a:schemeClr val="tx1"/>
                </a:solidFill>
                <a:latin typeface="Calibri" panose="020F0502020204030204"/>
                <a:ea typeface="等线" panose="02010600030101010101" charset="-122"/>
              </a:defRPr>
            </a:lvl9pPr>
          </a:lstStyle>
          <a:p>
            <a:pPr marL="0" indent="0">
              <a:lnSpc>
                <a:spcPct val="120000"/>
              </a:lnSpc>
              <a:buNone/>
            </a:pPr>
            <a:r>
              <a:rPr lang="zh-CN" sz="1800">
                <a:solidFill>
                  <a:srgbClr val="1D73DA"/>
                </a:solidFill>
                <a:latin typeface="+mn-lt"/>
                <a:ea typeface="+mn-lt"/>
                <a:cs typeface="+mn-lt"/>
              </a:rPr>
              <a:t>（1）消费者倾向于高性价比的产品，二手书具有较高的性价比；</a:t>
            </a:r>
          </a:p>
          <a:p>
            <a:pPr marL="0" indent="0">
              <a:lnSpc>
                <a:spcPct val="120000"/>
              </a:lnSpc>
              <a:buNone/>
            </a:pPr>
            <a:r>
              <a:rPr lang="zh-CN" sz="1800">
                <a:solidFill>
                  <a:srgbClr val="1D73DA"/>
                </a:solidFill>
                <a:latin typeface="+mn-lt"/>
                <a:ea typeface="+mn-lt"/>
                <a:cs typeface="+mn-lt"/>
              </a:rPr>
              <a:t>（2）卖家很乐意将闲置物品进行售卖，使其充分发挥价值的同时得到报酬；</a:t>
            </a:r>
          </a:p>
          <a:p>
            <a:pPr marL="0" indent="0">
              <a:lnSpc>
                <a:spcPct val="120000"/>
              </a:lnSpc>
              <a:buNone/>
            </a:pPr>
            <a:r>
              <a:rPr lang="zh-CN" sz="1800">
                <a:solidFill>
                  <a:srgbClr val="1D73DA"/>
                </a:solidFill>
                <a:latin typeface="+mn-lt"/>
                <a:ea typeface="+mn-lt"/>
                <a:cs typeface="+mn-lt"/>
              </a:rPr>
              <a:t>（3)绿色、环保理念的出现，使人们更关注环境及资源问题，二手物品的交易已成为社会主流。</a:t>
            </a:r>
          </a:p>
        </p:txBody>
      </p:sp>
      <p:sp>
        <p:nvSpPr>
          <p:cNvPr id="23" name="Text Placeholder 5"/>
          <p:cNvSpPr txBox="1"/>
          <p:nvPr/>
        </p:nvSpPr>
        <p:spPr>
          <a:xfrm>
            <a:off x="4343809" y="2174956"/>
            <a:ext cx="1216472" cy="389929"/>
          </a:xfrm>
          <a:prstGeom prst="rect">
            <a:avLst/>
          </a:prstGeom>
        </p:spPr>
        <p:txBody>
          <a:bodyPr vert="horz" lIns="0" tIns="0" rIns="0" bIns="0" anchor="ctr">
            <a:normAutofit fontScale="92500" lnSpcReduction="10000"/>
          </a:bodyPr>
          <a:lstStyle>
            <a:lvl1pPr marL="0" lvl="0" indent="0" algn="l" defTabSz="914400">
              <a:lnSpc>
                <a:spcPct val="90000"/>
              </a:lnSpc>
              <a:spcBef>
                <a:spcPts val="1000"/>
              </a:spcBef>
              <a:buFont typeface="Arial" panose="020B0604020202020204" pitchFamily="34" charset="0"/>
              <a:buNone/>
              <a:defRPr sz="1750" kern="1200">
                <a:solidFill>
                  <a:schemeClr val="tx1"/>
                </a:solidFill>
                <a:latin typeface="Open Sans"/>
                <a:ea typeface="Open Sans"/>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Open Sans"/>
                <a:ea typeface="等线" panose="02010600030101010101"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Open Sans"/>
                <a:ea typeface="等线" panose="02010600030101010101"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9pPr>
          </a:lstStyle>
          <a:p>
            <a:pPr algn="ctr">
              <a:lnSpc>
                <a:spcPct val="120000"/>
              </a:lnSpc>
            </a:pPr>
            <a:r>
              <a:rPr lang="zh-CN" sz="1325">
                <a:solidFill>
                  <a:schemeClr val="bg1"/>
                </a:solidFill>
                <a:latin typeface="方正黑体简体"/>
                <a:ea typeface="方正黑体简体"/>
              </a:rPr>
              <a:t>点击请替换文字内容</a:t>
            </a:r>
          </a:p>
        </p:txBody>
      </p:sp>
      <p:sp>
        <p:nvSpPr>
          <p:cNvPr id="24" name="Text Placeholder 5"/>
          <p:cNvSpPr txBox="1"/>
          <p:nvPr/>
        </p:nvSpPr>
        <p:spPr>
          <a:xfrm>
            <a:off x="8635843" y="1743239"/>
            <a:ext cx="1473949" cy="594196"/>
          </a:xfrm>
          <a:prstGeom prst="rect">
            <a:avLst/>
          </a:prstGeom>
        </p:spPr>
        <p:txBody>
          <a:bodyPr vert="horz" lIns="0" tIns="0" rIns="0" bIns="0" anchor="ctr">
            <a:normAutofit fontScale="40000" lnSpcReduction="20000"/>
          </a:bodyPr>
          <a:lstStyle>
            <a:lvl1pPr marL="0" lvl="0" indent="0" algn="l" defTabSz="914400">
              <a:lnSpc>
                <a:spcPct val="90000"/>
              </a:lnSpc>
              <a:spcBef>
                <a:spcPts val="1000"/>
              </a:spcBef>
              <a:buFont typeface="Arial" panose="020B0604020202020204" pitchFamily="34" charset="0"/>
              <a:buNone/>
              <a:defRPr sz="1750" kern="1200">
                <a:solidFill>
                  <a:schemeClr val="tx1"/>
                </a:solidFill>
                <a:latin typeface="Open Sans"/>
                <a:ea typeface="Open Sans"/>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Open Sans"/>
                <a:ea typeface="等线" panose="02010600030101010101"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Open Sans"/>
                <a:ea typeface="等线" panose="02010600030101010101"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9pPr>
          </a:lstStyle>
          <a:p>
            <a:pPr marL="0" lvl="2" indent="0" algn="ctr">
              <a:lnSpc>
                <a:spcPct val="120000"/>
              </a:lnSpc>
              <a:spcBef>
                <a:spcPts val="1000"/>
              </a:spcBef>
              <a:buNone/>
            </a:pPr>
            <a:r>
              <a:rPr lang="zh-CN" sz="7200" b="1"/>
              <a:t>目标客户</a:t>
            </a:r>
          </a:p>
          <a:p>
            <a:pPr algn="ctr">
              <a:lnSpc>
                <a:spcPct val="120000"/>
              </a:lnSpc>
            </a:pPr>
            <a:endParaRPr lang="zh-CN" sz="1325">
              <a:solidFill>
                <a:schemeClr val="bg1"/>
              </a:solidFill>
              <a:latin typeface="方正黑体简体"/>
              <a:ea typeface="方正黑体简体"/>
            </a:endParaRPr>
          </a:p>
        </p:txBody>
      </p:sp>
      <p:sp>
        <p:nvSpPr>
          <p:cNvPr id="25" name="Text Placeholder 6"/>
          <p:cNvSpPr txBox="1"/>
          <p:nvPr/>
        </p:nvSpPr>
        <p:spPr>
          <a:xfrm>
            <a:off x="7085140" y="2564885"/>
            <a:ext cx="4233333" cy="3204400"/>
          </a:xfrm>
          <a:prstGeom prst="rect">
            <a:avLst/>
          </a:prstGeom>
        </p:spPr>
        <p:txBody>
          <a:bodyPr vert="horz" lIns="0" tIns="0" rIns="0" bIns="0" anchor="ctr"/>
          <a:lstStyle>
            <a:lvl1pPr marL="0" lvl="0" indent="0" algn="l" defTabSz="914400">
              <a:lnSpc>
                <a:spcPts val="1400"/>
              </a:lnSpc>
              <a:spcBef>
                <a:spcPts val="1000"/>
              </a:spcBef>
              <a:buFont typeface="Arial" panose="020B0604020202020204" pitchFamily="34" charset="0"/>
              <a:buNone/>
              <a:defRPr sz="1000" kern="1200">
                <a:solidFill>
                  <a:schemeClr val="tx1"/>
                </a:solidFill>
                <a:latin typeface="Open Sans"/>
                <a:ea typeface="Open Sans"/>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Open Sans"/>
                <a:ea typeface="等线" panose="02010600030101010101"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Open Sans"/>
                <a:ea typeface="等线" panose="02010600030101010101"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Open Sans"/>
                <a:ea typeface="等线" panose="02010600030101010101"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等线" panose="02010600030101010101" charset="-122"/>
              </a:defRPr>
            </a:lvl9pPr>
          </a:lstStyle>
          <a:p>
            <a:pPr>
              <a:lnSpc>
                <a:spcPct val="120000"/>
              </a:lnSpc>
            </a:pPr>
            <a:r>
              <a:rPr lang="zh-CN" sz="1800">
                <a:solidFill>
                  <a:srgbClr val="1D73DA"/>
                </a:solidFill>
                <a:latin typeface="+mn-lt"/>
                <a:ea typeface="+mn-lt"/>
                <a:cs typeface="+mn-lt"/>
              </a:rPr>
              <a:t>（1）全国各大高校的在校生、教师及毕业生；</a:t>
            </a:r>
          </a:p>
          <a:p>
            <a:pPr>
              <a:lnSpc>
                <a:spcPct val="120000"/>
              </a:lnSpc>
            </a:pPr>
            <a:r>
              <a:rPr lang="zh-CN" sz="1800">
                <a:solidFill>
                  <a:srgbClr val="1D73DA"/>
                </a:solidFill>
                <a:latin typeface="+mn-lt"/>
                <a:ea typeface="+mn-lt"/>
                <a:cs typeface="+mn-lt"/>
              </a:rPr>
              <a:t>（2）具有收藏图书爱好的收藏者；</a:t>
            </a:r>
          </a:p>
          <a:p>
            <a:pPr>
              <a:lnSpc>
                <a:spcPct val="120000"/>
              </a:lnSpc>
            </a:pPr>
            <a:r>
              <a:rPr lang="zh-CN" sz="1800">
                <a:solidFill>
                  <a:srgbClr val="1D73DA"/>
                </a:solidFill>
                <a:latin typeface="+mn-lt"/>
                <a:ea typeface="+mn-lt"/>
                <a:cs typeface="+mn-lt"/>
              </a:rPr>
              <a:t>（3）各大论坛上求购图书、售卖图书的人群。</a:t>
            </a:r>
          </a:p>
        </p:txBody>
      </p:sp>
      <p:sp>
        <p:nvSpPr>
          <p:cNvPr id="32" name="Shape 1480"/>
          <p:cNvSpPr/>
          <p:nvPr/>
        </p:nvSpPr>
        <p:spPr>
          <a:xfrm>
            <a:off x="6679503" y="1689462"/>
            <a:ext cx="186304" cy="186291"/>
          </a:xfrm>
          <a:custGeom>
            <a:avLst/>
            <a:gdLst/>
            <a:ahLst/>
            <a:cxnLst/>
            <a:rect l="0" t="0" r="r" b="b"/>
            <a:pathLst>
              <a:path w="186304" h="186291">
                <a:moveTo>
                  <a:pt x="162524" y="176243"/>
                </a:moveTo>
                <a:cubicBezTo>
                  <a:pt x="154943" y="176243"/>
                  <a:pt x="148802" y="170085"/>
                  <a:pt x="148802" y="162522"/>
                </a:cubicBezTo>
                <a:cubicBezTo>
                  <a:pt x="148802" y="154932"/>
                  <a:pt x="154943" y="148800"/>
                  <a:pt x="162524" y="148800"/>
                </a:cubicBezTo>
                <a:cubicBezTo>
                  <a:pt x="170097" y="148800"/>
                  <a:pt x="176247" y="154932"/>
                  <a:pt x="176247" y="162522"/>
                </a:cubicBezTo>
                <a:cubicBezTo>
                  <a:pt x="176247" y="170085"/>
                  <a:pt x="170097" y="176243"/>
                  <a:pt x="162524" y="176243"/>
                </a:cubicBezTo>
                <a:close/>
                <a:moveTo>
                  <a:pt x="106866" y="162522"/>
                </a:moveTo>
                <a:cubicBezTo>
                  <a:pt x="106866" y="170085"/>
                  <a:pt x="100734" y="176243"/>
                  <a:pt x="93161" y="176243"/>
                </a:cubicBezTo>
                <a:cubicBezTo>
                  <a:pt x="85579" y="176243"/>
                  <a:pt x="79438" y="170085"/>
                  <a:pt x="79438" y="162522"/>
                </a:cubicBezTo>
                <a:cubicBezTo>
                  <a:pt x="79438" y="154932"/>
                  <a:pt x="85579" y="148800"/>
                  <a:pt x="93161" y="148800"/>
                </a:cubicBezTo>
                <a:cubicBezTo>
                  <a:pt x="100734" y="148800"/>
                  <a:pt x="106866" y="154932"/>
                  <a:pt x="106866" y="162522"/>
                </a:cubicBezTo>
                <a:close/>
                <a:moveTo>
                  <a:pt x="79438" y="23769"/>
                </a:moveTo>
                <a:cubicBezTo>
                  <a:pt x="79438" y="16206"/>
                  <a:pt x="85579" y="10048"/>
                  <a:pt x="93161" y="10048"/>
                </a:cubicBezTo>
                <a:cubicBezTo>
                  <a:pt x="100734" y="10048"/>
                  <a:pt x="106866" y="16206"/>
                  <a:pt x="106866" y="23769"/>
                </a:cubicBezTo>
                <a:cubicBezTo>
                  <a:pt x="106866" y="31359"/>
                  <a:pt x="100734" y="37491"/>
                  <a:pt x="93161" y="37491"/>
                </a:cubicBezTo>
                <a:cubicBezTo>
                  <a:pt x="85579" y="37491"/>
                  <a:pt x="79438" y="31359"/>
                  <a:pt x="79438" y="23769"/>
                </a:cubicBezTo>
                <a:close/>
                <a:moveTo>
                  <a:pt x="37502" y="162522"/>
                </a:moveTo>
                <a:cubicBezTo>
                  <a:pt x="37502" y="170085"/>
                  <a:pt x="31361" y="176243"/>
                  <a:pt x="23780" y="176243"/>
                </a:cubicBezTo>
                <a:cubicBezTo>
                  <a:pt x="16207" y="176243"/>
                  <a:pt x="10074" y="170085"/>
                  <a:pt x="10074" y="162522"/>
                </a:cubicBezTo>
                <a:cubicBezTo>
                  <a:pt x="10074" y="154932"/>
                  <a:pt x="16207" y="148800"/>
                  <a:pt x="23780" y="148800"/>
                </a:cubicBezTo>
                <a:cubicBezTo>
                  <a:pt x="31361" y="148800"/>
                  <a:pt x="37502" y="154932"/>
                  <a:pt x="37502" y="162522"/>
                </a:cubicBezTo>
                <a:close/>
                <a:moveTo>
                  <a:pt x="171934" y="140684"/>
                </a:moveTo>
                <a:lnTo>
                  <a:pt x="171934" y="117915"/>
                </a:lnTo>
                <a:cubicBezTo>
                  <a:pt x="171934" y="104168"/>
                  <a:pt x="162835" y="83719"/>
                  <a:pt x="137753" y="83719"/>
                </a:cubicBezTo>
                <a:lnTo>
                  <a:pt x="117932" y="83719"/>
                </a:lnTo>
                <a:cubicBezTo>
                  <a:pt x="103933" y="83719"/>
                  <a:pt x="102631" y="76871"/>
                  <a:pt x="102571" y="73335"/>
                </a:cubicBezTo>
                <a:lnTo>
                  <a:pt x="102571" y="45607"/>
                </a:lnTo>
                <a:cubicBezTo>
                  <a:pt x="111023" y="41976"/>
                  <a:pt x="116940" y="33576"/>
                  <a:pt x="116940" y="23769"/>
                </a:cubicBezTo>
                <a:cubicBezTo>
                  <a:pt x="116940" y="10643"/>
                  <a:pt x="106288" y="0"/>
                  <a:pt x="93161" y="0"/>
                </a:cubicBezTo>
                <a:cubicBezTo>
                  <a:pt x="80016" y="0"/>
                  <a:pt x="69372" y="10643"/>
                  <a:pt x="69372" y="23769"/>
                </a:cubicBezTo>
                <a:cubicBezTo>
                  <a:pt x="69372" y="33576"/>
                  <a:pt x="75298" y="41976"/>
                  <a:pt x="83742" y="45607"/>
                </a:cubicBezTo>
                <a:lnTo>
                  <a:pt x="83742" y="73335"/>
                </a:lnTo>
                <a:cubicBezTo>
                  <a:pt x="83742" y="75888"/>
                  <a:pt x="83000" y="83719"/>
                  <a:pt x="68372" y="83719"/>
                </a:cubicBezTo>
                <a:lnTo>
                  <a:pt x="48568" y="83719"/>
                </a:lnTo>
                <a:cubicBezTo>
                  <a:pt x="23486" y="83719"/>
                  <a:pt x="14370" y="104168"/>
                  <a:pt x="14370" y="117915"/>
                </a:cubicBezTo>
                <a:lnTo>
                  <a:pt x="14370" y="140684"/>
                </a:lnTo>
                <a:cubicBezTo>
                  <a:pt x="5917" y="144315"/>
                  <a:pt x="0" y="152715"/>
                  <a:pt x="0" y="162522"/>
                </a:cubicBezTo>
                <a:cubicBezTo>
                  <a:pt x="0" y="175648"/>
                  <a:pt x="10652" y="186291"/>
                  <a:pt x="23780" y="186291"/>
                </a:cubicBezTo>
                <a:cubicBezTo>
                  <a:pt x="36916" y="186291"/>
                  <a:pt x="47577" y="175648"/>
                  <a:pt x="47577" y="162522"/>
                </a:cubicBezTo>
                <a:cubicBezTo>
                  <a:pt x="47577" y="152715"/>
                  <a:pt x="41642" y="144315"/>
                  <a:pt x="33198" y="140684"/>
                </a:cubicBezTo>
                <a:lnTo>
                  <a:pt x="33198" y="117915"/>
                </a:lnTo>
                <a:cubicBezTo>
                  <a:pt x="33198" y="115362"/>
                  <a:pt x="33940" y="102546"/>
                  <a:pt x="48568" y="102546"/>
                </a:cubicBezTo>
                <a:lnTo>
                  <a:pt x="68372" y="102546"/>
                </a:lnTo>
                <a:cubicBezTo>
                  <a:pt x="74401" y="102546"/>
                  <a:pt x="79472" y="101641"/>
                  <a:pt x="83742" y="100114"/>
                </a:cubicBezTo>
                <a:lnTo>
                  <a:pt x="83742" y="140684"/>
                </a:lnTo>
                <a:cubicBezTo>
                  <a:pt x="75298" y="144315"/>
                  <a:pt x="69372" y="152715"/>
                  <a:pt x="69372" y="162522"/>
                </a:cubicBezTo>
                <a:cubicBezTo>
                  <a:pt x="69372" y="175648"/>
                  <a:pt x="80016" y="186291"/>
                  <a:pt x="93161" y="186291"/>
                </a:cubicBezTo>
                <a:cubicBezTo>
                  <a:pt x="106288" y="186291"/>
                  <a:pt x="116940" y="175648"/>
                  <a:pt x="116940" y="162522"/>
                </a:cubicBezTo>
                <a:cubicBezTo>
                  <a:pt x="116940" y="152715"/>
                  <a:pt x="111023" y="144315"/>
                  <a:pt x="102571" y="140684"/>
                </a:cubicBezTo>
                <a:lnTo>
                  <a:pt x="102571" y="100114"/>
                </a:lnTo>
                <a:cubicBezTo>
                  <a:pt x="106849" y="101641"/>
                  <a:pt x="111912" y="102546"/>
                  <a:pt x="117932" y="102546"/>
                </a:cubicBezTo>
                <a:lnTo>
                  <a:pt x="137753" y="102546"/>
                </a:lnTo>
                <a:cubicBezTo>
                  <a:pt x="151734" y="102546"/>
                  <a:pt x="153037" y="114388"/>
                  <a:pt x="153106" y="117915"/>
                </a:cubicBezTo>
                <a:lnTo>
                  <a:pt x="153106" y="140684"/>
                </a:lnTo>
                <a:cubicBezTo>
                  <a:pt x="144662" y="144315"/>
                  <a:pt x="138745" y="152715"/>
                  <a:pt x="138745" y="162522"/>
                </a:cubicBezTo>
                <a:cubicBezTo>
                  <a:pt x="138745" y="175648"/>
                  <a:pt x="149388" y="186291"/>
                  <a:pt x="162524" y="186291"/>
                </a:cubicBezTo>
                <a:cubicBezTo>
                  <a:pt x="175661" y="186291"/>
                  <a:pt x="186304" y="175648"/>
                  <a:pt x="186304" y="162522"/>
                </a:cubicBezTo>
                <a:cubicBezTo>
                  <a:pt x="186304" y="152715"/>
                  <a:pt x="180387" y="144315"/>
                  <a:pt x="171934" y="140684"/>
                </a:cubicBezTo>
                <a:close/>
              </a:path>
            </a:pathLst>
          </a:custGeom>
          <a:solidFill>
            <a:schemeClr val="bg1"/>
          </a:solidFill>
          <a:ln w="12700">
            <a:miter/>
          </a:ln>
        </p:spPr>
        <p:txBody>
          <a:bodyPr lIns="0" tIns="0" rIns="0" bIns="0" anchor="ctr"/>
          <a:lstStyle/>
          <a:p>
            <a:pPr lvl="0">
              <a:lnSpc>
                <a:spcPct val="120000"/>
              </a:lnSpc>
            </a:pPr>
            <a:endParaRPr sz="1735">
              <a:solidFill>
                <a:srgbClr val="1D73DA"/>
              </a:solidFill>
              <a:latin typeface="方正黑体简体"/>
              <a:ea typeface="方正黑体简体"/>
            </a:endParaRPr>
          </a:p>
        </p:txBody>
      </p:sp>
      <p:sp>
        <p:nvSpPr>
          <p:cNvPr id="33" name="矩形 32"/>
          <p:cNvSpPr/>
          <p:nvPr/>
        </p:nvSpPr>
        <p:spPr>
          <a:xfrm>
            <a:off x="3699762" y="125274"/>
            <a:ext cx="352982" cy="923330"/>
          </a:xfrm>
          <a:prstGeom prst="rect">
            <a:avLst/>
          </a:prstGeom>
        </p:spPr>
        <p:txBody>
          <a:bodyPr wrap="none">
            <a:spAutoFit/>
          </a:bodyPr>
          <a:lstStyle/>
          <a:p>
            <a:r>
              <a:rPr lang="zh-CN" sz="5400">
                <a:solidFill>
                  <a:schemeClr val="accent3">
                    <a:lumMod val="60000"/>
                    <a:lumOff val="40000"/>
                  </a:schemeClr>
                </a:solidFill>
                <a:latin typeface="华文行楷" panose="02010800040101010101" charset="-122"/>
                <a:ea typeface="华文行楷" panose="02010800040101010101"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500"/>
                                        <p:tgtEl>
                                          <p:spTgt spid="3"/>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par>
                          <p:cTn id="47" fill="hold">
                            <p:stCondLst>
                              <p:cond delay="5000"/>
                            </p:stCondLst>
                            <p:childTnLst>
                              <p:par>
                                <p:cTn id="48" presetID="10" presetClass="entr" presetSubtype="0" fill="hold" nodeType="after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5" name="文本框 4"/>
          <p:cNvSpPr txBox="1"/>
          <p:nvPr/>
        </p:nvSpPr>
        <p:spPr>
          <a:xfrm>
            <a:off x="3412927" y="3045730"/>
            <a:ext cx="5366145" cy="1107996"/>
          </a:xfrm>
          <a:prstGeom prst="rect">
            <a:avLst/>
          </a:prstGeom>
          <a:noFill/>
        </p:spPr>
        <p:txBody>
          <a:bodyPr wrap="square">
            <a:spAutoFit/>
          </a:bodyPr>
          <a:lstStyle/>
          <a:p>
            <a:pPr marL="0" lvl="0" indent="0" algn="dist" defTabSz="457200">
              <a:lnSpc>
                <a:spcPct val="100000"/>
              </a:lnSpc>
              <a:spcBef>
                <a:spcPts val="0"/>
              </a:spcBef>
              <a:spcAft>
                <a:spcPts val="0"/>
              </a:spcAft>
              <a:buNone/>
            </a:pPr>
            <a:r>
              <a:rPr lang="zh-CN" sz="6600" b="1" i="0" u="none" strike="noStrike" kern="1200" spc="0" baseline="0">
                <a:solidFill>
                  <a:srgbClr val="1D73DA"/>
                </a:solidFill>
                <a:latin typeface="华文行楷" panose="02010800040101010101" charset="-122"/>
                <a:ea typeface="华文行楷" panose="02010800040101010101" charset="-122"/>
              </a:rPr>
              <a:t>团队成员介绍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5"/>
          <p:cNvSpPr/>
          <p:nvPr/>
        </p:nvSpPr>
        <p:spPr>
          <a:xfrm rot="16200000">
            <a:off x="5152022" y="2231701"/>
            <a:ext cx="1935163" cy="3797301"/>
          </a:xfrm>
          <a:custGeom>
            <a:avLst/>
            <a:gdLst/>
            <a:ahLst/>
            <a:cxnLst/>
            <a:rect l="0" t="0" r="r" b="b"/>
            <a:pathLst>
              <a:path w="1935163" h="3797301">
                <a:moveTo>
                  <a:pt x="0" y="3797301"/>
                </a:moveTo>
                <a:cubicBezTo>
                  <a:pt x="1068346" y="3797301"/>
                  <a:pt x="1935163" y="2947723"/>
                  <a:pt x="1935163" y="1899280"/>
                </a:cubicBezTo>
                <a:cubicBezTo>
                  <a:pt x="1935163" y="850837"/>
                  <a:pt x="1068346" y="0"/>
                  <a:pt x="0" y="0"/>
                </a:cubicBezTo>
              </a:path>
            </a:pathLst>
          </a:custGeom>
          <a:noFill/>
          <a:ln w="57150" cap="flat">
            <a:solidFill>
              <a:schemeClr val="bg1">
                <a:lumMod val="75000"/>
              </a:schemeClr>
            </a:solidFill>
            <a:prstDash val="solid"/>
            <a:miter/>
          </a:ln>
        </p:spPr>
        <p:txBody>
          <a:bodyPr lIns="162560" tIns="81280" rIns="162560" bIns="81280"/>
          <a:lstStyle/>
          <a:p>
            <a:pPr marL="0" lvl="0" indent="0" algn="l" defTabSz="913765">
              <a:lnSpc>
                <a:spcPct val="100000"/>
              </a:lnSpc>
              <a:spcBef>
                <a:spcPts val="0"/>
              </a:spcBef>
              <a:spcAft>
                <a:spcPts val="0"/>
              </a:spcAft>
              <a:buNone/>
            </a:pPr>
            <a:endParaRPr lang="en-US" sz="2400" b="0" i="0" u="none" strike="noStrike" kern="1200" spc="0" baseline="0">
              <a:solidFill>
                <a:srgbClr val="FFFFFF"/>
              </a:solidFill>
              <a:latin typeface="Calibri" panose="020F0502020204030204"/>
              <a:ea typeface="等线" panose="02010600030101010101" charset="-122"/>
            </a:endParaRPr>
          </a:p>
        </p:txBody>
      </p:sp>
      <p:grpSp>
        <p:nvGrpSpPr>
          <p:cNvPr id="10" name="Group 73"/>
          <p:cNvGrpSpPr/>
          <p:nvPr/>
        </p:nvGrpSpPr>
        <p:grpSpPr>
          <a:xfrm flipH="1">
            <a:off x="3149327" y="4703679"/>
            <a:ext cx="662400" cy="252000"/>
            <a:chOff x="7244862" y="2564012"/>
            <a:chExt cx="811991" cy="299674"/>
          </a:xfrm>
        </p:grpSpPr>
        <p:cxnSp>
          <p:nvCxnSpPr>
            <p:cNvPr id="13" name="Straight Connector 74"/>
            <p:cNvCxnSpPr/>
            <p:nvPr/>
          </p:nvCxnSpPr>
          <p:spPr>
            <a:xfrm flipV="1">
              <a:off x="7244862" y="2564012"/>
              <a:ext cx="393176" cy="299674"/>
            </a:xfrm>
            <a:prstGeom prst="line">
              <a:avLst/>
            </a:prstGeom>
            <a:ln w="19050">
              <a:solidFill>
                <a:schemeClr val="bg2">
                  <a:lumMod val="50000"/>
                </a:schemeClr>
              </a:solidFill>
              <a:prstDash val="solid"/>
              <a:miter/>
              <a:headEnd type="oval" w="sm" len="sm"/>
              <a:tailEnd type="none"/>
            </a:ln>
          </p:spPr>
        </p:cxnSp>
        <p:cxnSp>
          <p:nvCxnSpPr>
            <p:cNvPr id="14" name="Straight Connector 75"/>
            <p:cNvCxnSpPr/>
            <p:nvPr/>
          </p:nvCxnSpPr>
          <p:spPr>
            <a:xfrm>
              <a:off x="7642832" y="2564012"/>
              <a:ext cx="414021" cy="0"/>
            </a:xfrm>
            <a:prstGeom prst="line">
              <a:avLst/>
            </a:prstGeom>
            <a:ln w="19050">
              <a:solidFill>
                <a:schemeClr val="bg2">
                  <a:lumMod val="50000"/>
                </a:schemeClr>
              </a:solidFill>
              <a:prstDash val="solid"/>
              <a:miter/>
              <a:headEnd type="none"/>
              <a:tailEnd type="oval" w="sm" len="sm"/>
            </a:ln>
          </p:spPr>
        </p:cxnSp>
      </p:grpSp>
      <p:grpSp>
        <p:nvGrpSpPr>
          <p:cNvPr id="15" name="Group 76"/>
          <p:cNvGrpSpPr/>
          <p:nvPr/>
        </p:nvGrpSpPr>
        <p:grpSpPr>
          <a:xfrm flipH="1">
            <a:off x="3587353" y="3258764"/>
            <a:ext cx="633600" cy="266700"/>
            <a:chOff x="7244862" y="2564012"/>
            <a:chExt cx="819621" cy="299674"/>
          </a:xfrm>
        </p:grpSpPr>
        <p:cxnSp>
          <p:nvCxnSpPr>
            <p:cNvPr id="17" name="Straight Connector 77"/>
            <p:cNvCxnSpPr/>
            <p:nvPr/>
          </p:nvCxnSpPr>
          <p:spPr>
            <a:xfrm flipV="1">
              <a:off x="7244862" y="2564012"/>
              <a:ext cx="393802" cy="299674"/>
            </a:xfrm>
            <a:prstGeom prst="line">
              <a:avLst/>
            </a:prstGeom>
            <a:ln w="19050">
              <a:solidFill>
                <a:schemeClr val="bg2">
                  <a:lumMod val="50000"/>
                </a:schemeClr>
              </a:solidFill>
              <a:prstDash val="solid"/>
              <a:miter/>
              <a:headEnd type="oval" w="sm" len="sm"/>
              <a:tailEnd type="none"/>
            </a:ln>
          </p:spPr>
        </p:cxnSp>
        <p:cxnSp>
          <p:nvCxnSpPr>
            <p:cNvPr id="18" name="Straight Connector 78"/>
            <p:cNvCxnSpPr/>
            <p:nvPr/>
          </p:nvCxnSpPr>
          <p:spPr>
            <a:xfrm>
              <a:off x="7643466" y="2564012"/>
              <a:ext cx="421017" cy="0"/>
            </a:xfrm>
            <a:prstGeom prst="line">
              <a:avLst/>
            </a:prstGeom>
            <a:ln w="19050">
              <a:solidFill>
                <a:schemeClr val="bg2">
                  <a:lumMod val="50000"/>
                </a:schemeClr>
              </a:solidFill>
              <a:prstDash val="solid"/>
              <a:miter/>
              <a:headEnd type="none"/>
              <a:tailEnd type="oval" w="sm" len="sm"/>
            </a:ln>
          </p:spPr>
        </p:cxnSp>
      </p:grpSp>
      <p:grpSp>
        <p:nvGrpSpPr>
          <p:cNvPr id="21" name="Group 79"/>
          <p:cNvGrpSpPr/>
          <p:nvPr/>
        </p:nvGrpSpPr>
        <p:grpSpPr>
          <a:xfrm rot="19900600">
            <a:off x="7846506" y="3202728"/>
            <a:ext cx="502324" cy="142282"/>
            <a:chOff x="7244862" y="2564012"/>
            <a:chExt cx="842492" cy="299674"/>
          </a:xfrm>
        </p:grpSpPr>
        <p:cxnSp>
          <p:nvCxnSpPr>
            <p:cNvPr id="22" name="Straight Connector 80"/>
            <p:cNvCxnSpPr/>
            <p:nvPr/>
          </p:nvCxnSpPr>
          <p:spPr>
            <a:xfrm flipV="1">
              <a:off x="7244862" y="2564012"/>
              <a:ext cx="393176" cy="299674"/>
            </a:xfrm>
            <a:prstGeom prst="line">
              <a:avLst/>
            </a:prstGeom>
            <a:ln w="19050">
              <a:solidFill>
                <a:schemeClr val="bg2">
                  <a:lumMod val="50000"/>
                </a:schemeClr>
              </a:solidFill>
              <a:prstDash val="solid"/>
              <a:miter/>
              <a:headEnd type="oval" w="sm" len="sm"/>
              <a:tailEnd type="none"/>
            </a:ln>
          </p:spPr>
        </p:cxnSp>
        <p:cxnSp>
          <p:nvCxnSpPr>
            <p:cNvPr id="23" name="Straight Connector 81"/>
            <p:cNvCxnSpPr/>
            <p:nvPr/>
          </p:nvCxnSpPr>
          <p:spPr>
            <a:xfrm>
              <a:off x="7642832" y="2564012"/>
              <a:ext cx="444522" cy="0"/>
            </a:xfrm>
            <a:prstGeom prst="line">
              <a:avLst/>
            </a:prstGeom>
            <a:ln w="19050">
              <a:solidFill>
                <a:schemeClr val="bg2">
                  <a:lumMod val="50000"/>
                </a:schemeClr>
              </a:solidFill>
              <a:prstDash val="solid"/>
              <a:miter/>
              <a:headEnd type="none"/>
              <a:tailEnd type="oval" w="sm" len="sm"/>
            </a:ln>
          </p:spPr>
        </p:cxnSp>
      </p:grpSp>
      <p:grpSp>
        <p:nvGrpSpPr>
          <p:cNvPr id="24" name="Group 82"/>
          <p:cNvGrpSpPr/>
          <p:nvPr/>
        </p:nvGrpSpPr>
        <p:grpSpPr>
          <a:xfrm rot="21352505">
            <a:off x="8430314" y="4688926"/>
            <a:ext cx="541093" cy="259200"/>
            <a:chOff x="7244862" y="2564012"/>
            <a:chExt cx="874729" cy="299674"/>
          </a:xfrm>
        </p:grpSpPr>
        <p:cxnSp>
          <p:nvCxnSpPr>
            <p:cNvPr id="25" name="Straight Connector 83"/>
            <p:cNvCxnSpPr/>
            <p:nvPr/>
          </p:nvCxnSpPr>
          <p:spPr>
            <a:xfrm flipV="1">
              <a:off x="7244862" y="2564012"/>
              <a:ext cx="393175" cy="299674"/>
            </a:xfrm>
            <a:prstGeom prst="line">
              <a:avLst/>
            </a:prstGeom>
            <a:ln w="19050">
              <a:solidFill>
                <a:schemeClr val="bg2">
                  <a:lumMod val="50000"/>
                </a:schemeClr>
              </a:solidFill>
              <a:prstDash val="solid"/>
              <a:miter/>
              <a:headEnd type="oval" w="sm" len="sm"/>
              <a:tailEnd type="none"/>
            </a:ln>
          </p:spPr>
        </p:cxnSp>
        <p:cxnSp>
          <p:nvCxnSpPr>
            <p:cNvPr id="26" name="Straight Connector 84"/>
            <p:cNvCxnSpPr/>
            <p:nvPr/>
          </p:nvCxnSpPr>
          <p:spPr>
            <a:xfrm>
              <a:off x="7642833" y="2564012"/>
              <a:ext cx="476758" cy="0"/>
            </a:xfrm>
            <a:prstGeom prst="line">
              <a:avLst/>
            </a:prstGeom>
            <a:ln w="19050">
              <a:solidFill>
                <a:schemeClr val="bg2">
                  <a:lumMod val="50000"/>
                </a:schemeClr>
              </a:solidFill>
              <a:prstDash val="solid"/>
              <a:miter/>
              <a:headEnd type="none"/>
              <a:tailEnd type="oval" w="sm" len="sm"/>
            </a:ln>
          </p:spPr>
        </p:cxnSp>
      </p:grpSp>
      <p:grpSp>
        <p:nvGrpSpPr>
          <p:cNvPr id="27" name="组合 26"/>
          <p:cNvGrpSpPr/>
          <p:nvPr/>
        </p:nvGrpSpPr>
        <p:grpSpPr>
          <a:xfrm>
            <a:off x="5792229" y="2780628"/>
            <a:ext cx="718248" cy="718244"/>
            <a:chOff x="4641550" y="3820609"/>
            <a:chExt cx="587801" cy="587801"/>
          </a:xfrm>
        </p:grpSpPr>
        <p:grpSp>
          <p:nvGrpSpPr>
            <p:cNvPr id="28" name="组合 27"/>
            <p:cNvGrpSpPr/>
            <p:nvPr/>
          </p:nvGrpSpPr>
          <p:grpSpPr>
            <a:xfrm>
              <a:off x="4641550" y="3820609"/>
              <a:ext cx="587801" cy="587801"/>
              <a:chOff x="304800" y="673100"/>
              <a:chExt cx="4000500" cy="4000500"/>
            </a:xfrm>
            <a:effectLst>
              <a:outerShdw blurRad="444500" dist="254000" dir="8100000" algn="tr" rotWithShape="0">
                <a:srgbClr val="000000">
                  <a:alpha val="50000"/>
                </a:srgbClr>
              </a:outerShdw>
            </a:effectLst>
          </p:grpSpPr>
          <p:sp>
            <p:nvSpPr>
              <p:cNvPr id="34" name="同心圆 16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35" name="椭圆 34"/>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nvGrpSpPr>
            <p:cNvPr id="29" name="组合 28"/>
            <p:cNvGrpSpPr/>
            <p:nvPr/>
          </p:nvGrpSpPr>
          <p:grpSpPr>
            <a:xfrm>
              <a:off x="4767685" y="3993961"/>
              <a:ext cx="335530" cy="285698"/>
              <a:chOff x="2570163" y="3632200"/>
              <a:chExt cx="641350" cy="546100"/>
            </a:xfrm>
            <a:solidFill>
              <a:schemeClr val="accent4"/>
            </a:solidFill>
          </p:grpSpPr>
          <p:sp>
            <p:nvSpPr>
              <p:cNvPr id="30" name="Freeform 80"/>
              <p:cNvSpPr/>
              <p:nvPr/>
            </p:nvSpPr>
            <p:spPr>
              <a:xfrm>
                <a:off x="2970213" y="3632200"/>
                <a:ext cx="241300" cy="241300"/>
              </a:xfrm>
              <a:custGeom>
                <a:avLst/>
                <a:gdLst/>
                <a:ahLst/>
                <a:cxnLst/>
                <a:rect l="0" t="0" r="r" b="b"/>
                <a:pathLst>
                  <a:path w="241300" h="241300">
                    <a:moveTo>
                      <a:pt x="193675" y="234950"/>
                    </a:moveTo>
                    <a:lnTo>
                      <a:pt x="193675" y="234950"/>
                    </a:lnTo>
                    <a:lnTo>
                      <a:pt x="190500" y="238125"/>
                    </a:lnTo>
                    <a:lnTo>
                      <a:pt x="184150" y="241300"/>
                    </a:lnTo>
                    <a:lnTo>
                      <a:pt x="177800" y="238125"/>
                    </a:lnTo>
                    <a:lnTo>
                      <a:pt x="171450" y="234950"/>
                    </a:lnTo>
                    <a:lnTo>
                      <a:pt x="3175" y="66675"/>
                    </a:lnTo>
                    <a:lnTo>
                      <a:pt x="3175" y="66675"/>
                    </a:lnTo>
                    <a:lnTo>
                      <a:pt x="0" y="63500"/>
                    </a:lnTo>
                    <a:lnTo>
                      <a:pt x="0" y="57150"/>
                    </a:lnTo>
                    <a:lnTo>
                      <a:pt x="0" y="50800"/>
                    </a:lnTo>
                    <a:lnTo>
                      <a:pt x="3175" y="44450"/>
                    </a:lnTo>
                    <a:lnTo>
                      <a:pt x="44450" y="3175"/>
                    </a:lnTo>
                    <a:lnTo>
                      <a:pt x="44450" y="3175"/>
                    </a:lnTo>
                    <a:lnTo>
                      <a:pt x="50800" y="0"/>
                    </a:lnTo>
                    <a:lnTo>
                      <a:pt x="57150" y="0"/>
                    </a:lnTo>
                    <a:lnTo>
                      <a:pt x="63500" y="0"/>
                    </a:lnTo>
                    <a:lnTo>
                      <a:pt x="66675" y="3175"/>
                    </a:lnTo>
                    <a:lnTo>
                      <a:pt x="234950" y="171450"/>
                    </a:lnTo>
                    <a:lnTo>
                      <a:pt x="234950" y="171450"/>
                    </a:lnTo>
                    <a:lnTo>
                      <a:pt x="241300" y="177800"/>
                    </a:lnTo>
                    <a:lnTo>
                      <a:pt x="241300" y="184150"/>
                    </a:lnTo>
                    <a:lnTo>
                      <a:pt x="241300" y="187325"/>
                    </a:lnTo>
                    <a:lnTo>
                      <a:pt x="234950" y="193675"/>
                    </a:lnTo>
                    <a:lnTo>
                      <a:pt x="193675" y="23495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31" name="Freeform 81"/>
              <p:cNvSpPr/>
              <p:nvPr/>
            </p:nvSpPr>
            <p:spPr>
              <a:xfrm>
                <a:off x="2671763" y="3794125"/>
                <a:ext cx="428625" cy="384175"/>
              </a:xfrm>
              <a:custGeom>
                <a:avLst/>
                <a:gdLst/>
                <a:ahLst/>
                <a:cxnLst/>
                <a:rect l="0" t="0" r="r" b="b"/>
                <a:pathLst>
                  <a:path w="428625" h="384175">
                    <a:moveTo>
                      <a:pt x="422275" y="190500"/>
                    </a:moveTo>
                    <a:lnTo>
                      <a:pt x="266700" y="38100"/>
                    </a:lnTo>
                    <a:lnTo>
                      <a:pt x="228600" y="53975"/>
                    </a:lnTo>
                    <a:lnTo>
                      <a:pt x="215900" y="85725"/>
                    </a:lnTo>
                    <a:lnTo>
                      <a:pt x="215900" y="85725"/>
                    </a:lnTo>
                    <a:lnTo>
                      <a:pt x="212725" y="95250"/>
                    </a:lnTo>
                    <a:lnTo>
                      <a:pt x="206375" y="104775"/>
                    </a:lnTo>
                    <a:lnTo>
                      <a:pt x="196850" y="111125"/>
                    </a:lnTo>
                    <a:lnTo>
                      <a:pt x="187325" y="117475"/>
                    </a:lnTo>
                    <a:lnTo>
                      <a:pt x="187325" y="117475"/>
                    </a:lnTo>
                    <a:lnTo>
                      <a:pt x="177800" y="120650"/>
                    </a:lnTo>
                    <a:lnTo>
                      <a:pt x="168275" y="123825"/>
                    </a:lnTo>
                    <a:lnTo>
                      <a:pt x="155575" y="123825"/>
                    </a:lnTo>
                    <a:lnTo>
                      <a:pt x="146050" y="120650"/>
                    </a:lnTo>
                    <a:lnTo>
                      <a:pt x="146050" y="120650"/>
                    </a:lnTo>
                    <a:lnTo>
                      <a:pt x="133350" y="114300"/>
                    </a:lnTo>
                    <a:lnTo>
                      <a:pt x="123825" y="107950"/>
                    </a:lnTo>
                    <a:lnTo>
                      <a:pt x="123825" y="107950"/>
                    </a:lnTo>
                    <a:lnTo>
                      <a:pt x="114300" y="95250"/>
                    </a:lnTo>
                    <a:lnTo>
                      <a:pt x="111125" y="79375"/>
                    </a:lnTo>
                    <a:lnTo>
                      <a:pt x="107950" y="66675"/>
                    </a:lnTo>
                    <a:lnTo>
                      <a:pt x="111125" y="50800"/>
                    </a:lnTo>
                    <a:lnTo>
                      <a:pt x="130175" y="0"/>
                    </a:lnTo>
                    <a:lnTo>
                      <a:pt x="6350" y="123825"/>
                    </a:lnTo>
                    <a:lnTo>
                      <a:pt x="6350" y="123825"/>
                    </a:lnTo>
                    <a:lnTo>
                      <a:pt x="3175" y="127000"/>
                    </a:lnTo>
                    <a:lnTo>
                      <a:pt x="0" y="133350"/>
                    </a:lnTo>
                    <a:lnTo>
                      <a:pt x="3175" y="136525"/>
                    </a:lnTo>
                    <a:lnTo>
                      <a:pt x="6350" y="142875"/>
                    </a:lnTo>
                    <a:lnTo>
                      <a:pt x="15875" y="155575"/>
                    </a:lnTo>
                    <a:lnTo>
                      <a:pt x="41275" y="130175"/>
                    </a:lnTo>
                    <a:lnTo>
                      <a:pt x="41275" y="130175"/>
                    </a:lnTo>
                    <a:lnTo>
                      <a:pt x="53975" y="123825"/>
                    </a:lnTo>
                    <a:lnTo>
                      <a:pt x="66675" y="120650"/>
                    </a:lnTo>
                    <a:lnTo>
                      <a:pt x="82550" y="123825"/>
                    </a:lnTo>
                    <a:lnTo>
                      <a:pt x="95250" y="130175"/>
                    </a:lnTo>
                    <a:lnTo>
                      <a:pt x="95250" y="130175"/>
                    </a:lnTo>
                    <a:lnTo>
                      <a:pt x="104775" y="142875"/>
                    </a:lnTo>
                    <a:lnTo>
                      <a:pt x="104775" y="158750"/>
                    </a:lnTo>
                    <a:lnTo>
                      <a:pt x="104775" y="158750"/>
                    </a:lnTo>
                    <a:lnTo>
                      <a:pt x="120650" y="161925"/>
                    </a:lnTo>
                    <a:lnTo>
                      <a:pt x="133350" y="171450"/>
                    </a:lnTo>
                    <a:lnTo>
                      <a:pt x="133350" y="171450"/>
                    </a:lnTo>
                    <a:lnTo>
                      <a:pt x="142875" y="184150"/>
                    </a:lnTo>
                    <a:lnTo>
                      <a:pt x="146050" y="196850"/>
                    </a:lnTo>
                    <a:lnTo>
                      <a:pt x="146050" y="196850"/>
                    </a:lnTo>
                    <a:lnTo>
                      <a:pt x="158750" y="200025"/>
                    </a:lnTo>
                    <a:lnTo>
                      <a:pt x="171450" y="209550"/>
                    </a:lnTo>
                    <a:lnTo>
                      <a:pt x="171450" y="209550"/>
                    </a:lnTo>
                    <a:lnTo>
                      <a:pt x="180975" y="222250"/>
                    </a:lnTo>
                    <a:lnTo>
                      <a:pt x="184150" y="234950"/>
                    </a:lnTo>
                    <a:lnTo>
                      <a:pt x="184150" y="234950"/>
                    </a:lnTo>
                    <a:lnTo>
                      <a:pt x="196850" y="238125"/>
                    </a:lnTo>
                    <a:lnTo>
                      <a:pt x="209550" y="247650"/>
                    </a:lnTo>
                    <a:lnTo>
                      <a:pt x="209550" y="247650"/>
                    </a:lnTo>
                    <a:lnTo>
                      <a:pt x="219075" y="260350"/>
                    </a:lnTo>
                    <a:lnTo>
                      <a:pt x="222250" y="276225"/>
                    </a:lnTo>
                    <a:lnTo>
                      <a:pt x="219075" y="288925"/>
                    </a:lnTo>
                    <a:lnTo>
                      <a:pt x="209550" y="301625"/>
                    </a:lnTo>
                    <a:lnTo>
                      <a:pt x="187325" y="323850"/>
                    </a:lnTo>
                    <a:lnTo>
                      <a:pt x="238125" y="374650"/>
                    </a:lnTo>
                    <a:lnTo>
                      <a:pt x="238125" y="374650"/>
                    </a:lnTo>
                    <a:lnTo>
                      <a:pt x="247650" y="381000"/>
                    </a:lnTo>
                    <a:lnTo>
                      <a:pt x="257175" y="384175"/>
                    </a:lnTo>
                    <a:lnTo>
                      <a:pt x="266700" y="381000"/>
                    </a:lnTo>
                    <a:lnTo>
                      <a:pt x="273050" y="374650"/>
                    </a:lnTo>
                    <a:lnTo>
                      <a:pt x="273050" y="374650"/>
                    </a:lnTo>
                    <a:lnTo>
                      <a:pt x="279400" y="368300"/>
                    </a:lnTo>
                    <a:lnTo>
                      <a:pt x="282575" y="355600"/>
                    </a:lnTo>
                    <a:lnTo>
                      <a:pt x="279400" y="346075"/>
                    </a:lnTo>
                    <a:lnTo>
                      <a:pt x="273050" y="339725"/>
                    </a:lnTo>
                    <a:lnTo>
                      <a:pt x="234950" y="298450"/>
                    </a:lnTo>
                    <a:lnTo>
                      <a:pt x="234950" y="298450"/>
                    </a:lnTo>
                    <a:lnTo>
                      <a:pt x="231775" y="292100"/>
                    </a:lnTo>
                    <a:lnTo>
                      <a:pt x="234950" y="285750"/>
                    </a:lnTo>
                    <a:lnTo>
                      <a:pt x="234950" y="285750"/>
                    </a:lnTo>
                    <a:lnTo>
                      <a:pt x="241300" y="282575"/>
                    </a:lnTo>
                    <a:lnTo>
                      <a:pt x="247650" y="285750"/>
                    </a:lnTo>
                    <a:lnTo>
                      <a:pt x="285750" y="327025"/>
                    </a:lnTo>
                    <a:lnTo>
                      <a:pt x="285750" y="327025"/>
                    </a:lnTo>
                    <a:lnTo>
                      <a:pt x="295275" y="333375"/>
                    </a:lnTo>
                    <a:lnTo>
                      <a:pt x="304800" y="333375"/>
                    </a:lnTo>
                    <a:lnTo>
                      <a:pt x="314325" y="333375"/>
                    </a:lnTo>
                    <a:lnTo>
                      <a:pt x="323850" y="327025"/>
                    </a:lnTo>
                    <a:lnTo>
                      <a:pt x="323850" y="327025"/>
                    </a:lnTo>
                    <a:lnTo>
                      <a:pt x="330200" y="317500"/>
                    </a:lnTo>
                    <a:lnTo>
                      <a:pt x="330200" y="307975"/>
                    </a:lnTo>
                    <a:lnTo>
                      <a:pt x="330200" y="298450"/>
                    </a:lnTo>
                    <a:lnTo>
                      <a:pt x="323850" y="288925"/>
                    </a:lnTo>
                    <a:lnTo>
                      <a:pt x="282575" y="250825"/>
                    </a:lnTo>
                    <a:lnTo>
                      <a:pt x="282575" y="250825"/>
                    </a:lnTo>
                    <a:lnTo>
                      <a:pt x="279400" y="244475"/>
                    </a:lnTo>
                    <a:lnTo>
                      <a:pt x="282575" y="238125"/>
                    </a:lnTo>
                    <a:lnTo>
                      <a:pt x="282575" y="238125"/>
                    </a:lnTo>
                    <a:lnTo>
                      <a:pt x="288925" y="234950"/>
                    </a:lnTo>
                    <a:lnTo>
                      <a:pt x="295275" y="238125"/>
                    </a:lnTo>
                    <a:lnTo>
                      <a:pt x="336550" y="276225"/>
                    </a:lnTo>
                    <a:lnTo>
                      <a:pt x="336550" y="276225"/>
                    </a:lnTo>
                    <a:lnTo>
                      <a:pt x="346075" y="282575"/>
                    </a:lnTo>
                    <a:lnTo>
                      <a:pt x="355600" y="285750"/>
                    </a:lnTo>
                    <a:lnTo>
                      <a:pt x="365125" y="282575"/>
                    </a:lnTo>
                    <a:lnTo>
                      <a:pt x="371475" y="276225"/>
                    </a:lnTo>
                    <a:lnTo>
                      <a:pt x="371475" y="276225"/>
                    </a:lnTo>
                    <a:lnTo>
                      <a:pt x="377825" y="269875"/>
                    </a:lnTo>
                    <a:lnTo>
                      <a:pt x="381000" y="260350"/>
                    </a:lnTo>
                    <a:lnTo>
                      <a:pt x="377825" y="250825"/>
                    </a:lnTo>
                    <a:lnTo>
                      <a:pt x="371475" y="241300"/>
                    </a:lnTo>
                    <a:lnTo>
                      <a:pt x="333375" y="200025"/>
                    </a:lnTo>
                    <a:lnTo>
                      <a:pt x="333375" y="200025"/>
                    </a:lnTo>
                    <a:lnTo>
                      <a:pt x="330200" y="193675"/>
                    </a:lnTo>
                    <a:lnTo>
                      <a:pt x="333375" y="187325"/>
                    </a:lnTo>
                    <a:lnTo>
                      <a:pt x="333375" y="187325"/>
                    </a:lnTo>
                    <a:lnTo>
                      <a:pt x="339725" y="184150"/>
                    </a:lnTo>
                    <a:lnTo>
                      <a:pt x="346075" y="187325"/>
                    </a:lnTo>
                    <a:lnTo>
                      <a:pt x="384175" y="228600"/>
                    </a:lnTo>
                    <a:lnTo>
                      <a:pt x="384175" y="228600"/>
                    </a:lnTo>
                    <a:lnTo>
                      <a:pt x="393700" y="234950"/>
                    </a:lnTo>
                    <a:lnTo>
                      <a:pt x="403225" y="234950"/>
                    </a:lnTo>
                    <a:lnTo>
                      <a:pt x="412750" y="234950"/>
                    </a:lnTo>
                    <a:lnTo>
                      <a:pt x="422275" y="228600"/>
                    </a:lnTo>
                    <a:lnTo>
                      <a:pt x="422275" y="228600"/>
                    </a:lnTo>
                    <a:lnTo>
                      <a:pt x="428625" y="219075"/>
                    </a:lnTo>
                    <a:lnTo>
                      <a:pt x="428625" y="209550"/>
                    </a:lnTo>
                    <a:lnTo>
                      <a:pt x="428625" y="200025"/>
                    </a:lnTo>
                    <a:lnTo>
                      <a:pt x="422275" y="190500"/>
                    </a:lnTo>
                    <a:lnTo>
                      <a:pt x="422275" y="19050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32" name="Freeform 82"/>
              <p:cNvSpPr/>
              <p:nvPr/>
            </p:nvSpPr>
            <p:spPr>
              <a:xfrm>
                <a:off x="2570163" y="3663950"/>
                <a:ext cx="260350" cy="260350"/>
              </a:xfrm>
              <a:custGeom>
                <a:avLst/>
                <a:gdLst/>
                <a:ahLst/>
                <a:cxnLst/>
                <a:rect l="0" t="0" r="r" b="b"/>
                <a:pathLst>
                  <a:path w="260350" h="260350">
                    <a:moveTo>
                      <a:pt x="254000" y="50800"/>
                    </a:moveTo>
                    <a:lnTo>
                      <a:pt x="254000" y="50800"/>
                    </a:lnTo>
                    <a:lnTo>
                      <a:pt x="257175" y="53975"/>
                    </a:lnTo>
                    <a:lnTo>
                      <a:pt x="260350" y="60325"/>
                    </a:lnTo>
                    <a:lnTo>
                      <a:pt x="257175" y="66675"/>
                    </a:lnTo>
                    <a:lnTo>
                      <a:pt x="254000" y="73025"/>
                    </a:lnTo>
                    <a:lnTo>
                      <a:pt x="69850" y="257175"/>
                    </a:lnTo>
                    <a:lnTo>
                      <a:pt x="69850" y="257175"/>
                    </a:lnTo>
                    <a:lnTo>
                      <a:pt x="66675" y="260350"/>
                    </a:lnTo>
                    <a:lnTo>
                      <a:pt x="60325" y="260350"/>
                    </a:lnTo>
                    <a:lnTo>
                      <a:pt x="53975" y="260350"/>
                    </a:lnTo>
                    <a:lnTo>
                      <a:pt x="47625" y="257175"/>
                    </a:lnTo>
                    <a:lnTo>
                      <a:pt x="3175" y="209550"/>
                    </a:lnTo>
                    <a:lnTo>
                      <a:pt x="3175" y="209550"/>
                    </a:lnTo>
                    <a:lnTo>
                      <a:pt x="0" y="206375"/>
                    </a:lnTo>
                    <a:lnTo>
                      <a:pt x="0" y="200025"/>
                    </a:lnTo>
                    <a:lnTo>
                      <a:pt x="0" y="193675"/>
                    </a:lnTo>
                    <a:lnTo>
                      <a:pt x="3175" y="187325"/>
                    </a:lnTo>
                    <a:lnTo>
                      <a:pt x="187325" y="3175"/>
                    </a:lnTo>
                    <a:lnTo>
                      <a:pt x="187325" y="3175"/>
                    </a:lnTo>
                    <a:lnTo>
                      <a:pt x="193675" y="0"/>
                    </a:lnTo>
                    <a:lnTo>
                      <a:pt x="196850" y="0"/>
                    </a:lnTo>
                    <a:lnTo>
                      <a:pt x="203200" y="0"/>
                    </a:lnTo>
                    <a:lnTo>
                      <a:pt x="209550" y="3175"/>
                    </a:lnTo>
                    <a:lnTo>
                      <a:pt x="254000" y="5080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33" name="Freeform 83"/>
              <p:cNvSpPr/>
              <p:nvPr/>
            </p:nvSpPr>
            <p:spPr>
              <a:xfrm>
                <a:off x="2687638" y="3724275"/>
                <a:ext cx="406400" cy="396875"/>
              </a:xfrm>
              <a:custGeom>
                <a:avLst/>
                <a:gdLst/>
                <a:ahLst/>
                <a:cxnLst/>
                <a:rect l="0" t="0" r="r" b="b"/>
                <a:pathLst>
                  <a:path w="406400" h="396875">
                    <a:moveTo>
                      <a:pt x="396875" y="111125"/>
                    </a:moveTo>
                    <a:lnTo>
                      <a:pt x="295275" y="12700"/>
                    </a:lnTo>
                    <a:lnTo>
                      <a:pt x="295275" y="12700"/>
                    </a:lnTo>
                    <a:lnTo>
                      <a:pt x="285750" y="6350"/>
                    </a:lnTo>
                    <a:lnTo>
                      <a:pt x="276225" y="0"/>
                    </a:lnTo>
                    <a:lnTo>
                      <a:pt x="263525" y="0"/>
                    </a:lnTo>
                    <a:lnTo>
                      <a:pt x="250825" y="6350"/>
                    </a:lnTo>
                    <a:lnTo>
                      <a:pt x="250825" y="6350"/>
                    </a:lnTo>
                    <a:lnTo>
                      <a:pt x="158750" y="47625"/>
                    </a:lnTo>
                    <a:lnTo>
                      <a:pt x="158750" y="47625"/>
                    </a:lnTo>
                    <a:lnTo>
                      <a:pt x="146050" y="57150"/>
                    </a:lnTo>
                    <a:lnTo>
                      <a:pt x="136525" y="69850"/>
                    </a:lnTo>
                    <a:lnTo>
                      <a:pt x="117475" y="127000"/>
                    </a:lnTo>
                    <a:lnTo>
                      <a:pt x="117475" y="127000"/>
                    </a:lnTo>
                    <a:lnTo>
                      <a:pt x="114300" y="136525"/>
                    </a:lnTo>
                    <a:lnTo>
                      <a:pt x="117475" y="146050"/>
                    </a:lnTo>
                    <a:lnTo>
                      <a:pt x="120650" y="155575"/>
                    </a:lnTo>
                    <a:lnTo>
                      <a:pt x="127000" y="165100"/>
                    </a:lnTo>
                    <a:lnTo>
                      <a:pt x="127000" y="165100"/>
                    </a:lnTo>
                    <a:lnTo>
                      <a:pt x="139700" y="171450"/>
                    </a:lnTo>
                    <a:lnTo>
                      <a:pt x="139700" y="171450"/>
                    </a:lnTo>
                    <a:lnTo>
                      <a:pt x="152400" y="174625"/>
                    </a:lnTo>
                    <a:lnTo>
                      <a:pt x="165100" y="171450"/>
                    </a:lnTo>
                    <a:lnTo>
                      <a:pt x="177800" y="161925"/>
                    </a:lnTo>
                    <a:lnTo>
                      <a:pt x="184150" y="149225"/>
                    </a:lnTo>
                    <a:lnTo>
                      <a:pt x="200025" y="107950"/>
                    </a:lnTo>
                    <a:lnTo>
                      <a:pt x="257175" y="88900"/>
                    </a:lnTo>
                    <a:lnTo>
                      <a:pt x="368300" y="196850"/>
                    </a:lnTo>
                    <a:lnTo>
                      <a:pt x="396875" y="168275"/>
                    </a:lnTo>
                    <a:lnTo>
                      <a:pt x="396875" y="168275"/>
                    </a:lnTo>
                    <a:lnTo>
                      <a:pt x="403225" y="155575"/>
                    </a:lnTo>
                    <a:lnTo>
                      <a:pt x="406400" y="139700"/>
                    </a:lnTo>
                    <a:lnTo>
                      <a:pt x="403225" y="123825"/>
                    </a:lnTo>
                    <a:lnTo>
                      <a:pt x="396875" y="111125"/>
                    </a:lnTo>
                    <a:lnTo>
                      <a:pt x="396875" y="111125"/>
                    </a:lnTo>
                    <a:close/>
                    <a:moveTo>
                      <a:pt x="66675" y="215900"/>
                    </a:moveTo>
                    <a:lnTo>
                      <a:pt x="66675" y="215900"/>
                    </a:lnTo>
                    <a:lnTo>
                      <a:pt x="60325" y="209550"/>
                    </a:lnTo>
                    <a:lnTo>
                      <a:pt x="50800" y="209550"/>
                    </a:lnTo>
                    <a:lnTo>
                      <a:pt x="44450" y="209550"/>
                    </a:lnTo>
                    <a:lnTo>
                      <a:pt x="38100" y="215900"/>
                    </a:lnTo>
                    <a:lnTo>
                      <a:pt x="6350" y="247650"/>
                    </a:lnTo>
                    <a:lnTo>
                      <a:pt x="6350" y="247650"/>
                    </a:lnTo>
                    <a:lnTo>
                      <a:pt x="0" y="254000"/>
                    </a:lnTo>
                    <a:lnTo>
                      <a:pt x="0" y="260350"/>
                    </a:lnTo>
                    <a:lnTo>
                      <a:pt x="0" y="269875"/>
                    </a:lnTo>
                    <a:lnTo>
                      <a:pt x="6350" y="276225"/>
                    </a:lnTo>
                    <a:lnTo>
                      <a:pt x="6350" y="276225"/>
                    </a:lnTo>
                    <a:lnTo>
                      <a:pt x="12700" y="279400"/>
                    </a:lnTo>
                    <a:lnTo>
                      <a:pt x="19050" y="282575"/>
                    </a:lnTo>
                    <a:lnTo>
                      <a:pt x="28575" y="279400"/>
                    </a:lnTo>
                    <a:lnTo>
                      <a:pt x="34925" y="276225"/>
                    </a:lnTo>
                    <a:lnTo>
                      <a:pt x="66675" y="244475"/>
                    </a:lnTo>
                    <a:lnTo>
                      <a:pt x="66675" y="244475"/>
                    </a:lnTo>
                    <a:lnTo>
                      <a:pt x="69850" y="238125"/>
                    </a:lnTo>
                    <a:lnTo>
                      <a:pt x="73025" y="228600"/>
                    </a:lnTo>
                    <a:lnTo>
                      <a:pt x="69850" y="222250"/>
                    </a:lnTo>
                    <a:lnTo>
                      <a:pt x="66675" y="215900"/>
                    </a:lnTo>
                    <a:lnTo>
                      <a:pt x="66675" y="215900"/>
                    </a:lnTo>
                    <a:close/>
                    <a:moveTo>
                      <a:pt x="104775" y="254000"/>
                    </a:moveTo>
                    <a:lnTo>
                      <a:pt x="104775" y="254000"/>
                    </a:lnTo>
                    <a:lnTo>
                      <a:pt x="98425" y="247650"/>
                    </a:lnTo>
                    <a:lnTo>
                      <a:pt x="88900" y="247650"/>
                    </a:lnTo>
                    <a:lnTo>
                      <a:pt x="82550" y="247650"/>
                    </a:lnTo>
                    <a:lnTo>
                      <a:pt x="76200" y="254000"/>
                    </a:lnTo>
                    <a:lnTo>
                      <a:pt x="44450" y="285750"/>
                    </a:lnTo>
                    <a:lnTo>
                      <a:pt x="44450" y="285750"/>
                    </a:lnTo>
                    <a:lnTo>
                      <a:pt x="38100" y="292100"/>
                    </a:lnTo>
                    <a:lnTo>
                      <a:pt x="38100" y="298450"/>
                    </a:lnTo>
                    <a:lnTo>
                      <a:pt x="38100" y="307975"/>
                    </a:lnTo>
                    <a:lnTo>
                      <a:pt x="44450" y="314325"/>
                    </a:lnTo>
                    <a:lnTo>
                      <a:pt x="44450" y="314325"/>
                    </a:lnTo>
                    <a:lnTo>
                      <a:pt x="50800" y="317500"/>
                    </a:lnTo>
                    <a:lnTo>
                      <a:pt x="57150" y="320675"/>
                    </a:lnTo>
                    <a:lnTo>
                      <a:pt x="66675" y="317500"/>
                    </a:lnTo>
                    <a:lnTo>
                      <a:pt x="73025" y="314325"/>
                    </a:lnTo>
                    <a:lnTo>
                      <a:pt x="104775" y="282575"/>
                    </a:lnTo>
                    <a:lnTo>
                      <a:pt x="104775" y="282575"/>
                    </a:lnTo>
                    <a:lnTo>
                      <a:pt x="107950" y="276225"/>
                    </a:lnTo>
                    <a:lnTo>
                      <a:pt x="111125" y="266700"/>
                    </a:lnTo>
                    <a:lnTo>
                      <a:pt x="107950" y="260350"/>
                    </a:lnTo>
                    <a:lnTo>
                      <a:pt x="104775" y="254000"/>
                    </a:lnTo>
                    <a:lnTo>
                      <a:pt x="104775" y="254000"/>
                    </a:lnTo>
                    <a:close/>
                    <a:moveTo>
                      <a:pt x="152400" y="330200"/>
                    </a:moveTo>
                    <a:lnTo>
                      <a:pt x="120650" y="361950"/>
                    </a:lnTo>
                    <a:lnTo>
                      <a:pt x="120650" y="361950"/>
                    </a:lnTo>
                    <a:lnTo>
                      <a:pt x="117475" y="368300"/>
                    </a:lnTo>
                    <a:lnTo>
                      <a:pt x="114300" y="377825"/>
                    </a:lnTo>
                    <a:lnTo>
                      <a:pt x="117475" y="384175"/>
                    </a:lnTo>
                    <a:lnTo>
                      <a:pt x="120650" y="390525"/>
                    </a:lnTo>
                    <a:lnTo>
                      <a:pt x="120650" y="390525"/>
                    </a:lnTo>
                    <a:lnTo>
                      <a:pt x="127000" y="396875"/>
                    </a:lnTo>
                    <a:lnTo>
                      <a:pt x="136525" y="396875"/>
                    </a:lnTo>
                    <a:lnTo>
                      <a:pt x="142875" y="396875"/>
                    </a:lnTo>
                    <a:lnTo>
                      <a:pt x="149225" y="390525"/>
                    </a:lnTo>
                    <a:lnTo>
                      <a:pt x="180975" y="358775"/>
                    </a:lnTo>
                    <a:lnTo>
                      <a:pt x="180975" y="358775"/>
                    </a:lnTo>
                    <a:lnTo>
                      <a:pt x="187325" y="352425"/>
                    </a:lnTo>
                    <a:lnTo>
                      <a:pt x="187325" y="346075"/>
                    </a:lnTo>
                    <a:lnTo>
                      <a:pt x="187325" y="336550"/>
                    </a:lnTo>
                    <a:lnTo>
                      <a:pt x="180975" y="330200"/>
                    </a:lnTo>
                    <a:lnTo>
                      <a:pt x="180975" y="330200"/>
                    </a:lnTo>
                    <a:lnTo>
                      <a:pt x="174625" y="327025"/>
                    </a:lnTo>
                    <a:lnTo>
                      <a:pt x="168275" y="323850"/>
                    </a:lnTo>
                    <a:lnTo>
                      <a:pt x="158750" y="327025"/>
                    </a:lnTo>
                    <a:lnTo>
                      <a:pt x="152400" y="330200"/>
                    </a:lnTo>
                    <a:lnTo>
                      <a:pt x="152400" y="330200"/>
                    </a:lnTo>
                    <a:close/>
                    <a:moveTo>
                      <a:pt x="142875" y="292100"/>
                    </a:moveTo>
                    <a:lnTo>
                      <a:pt x="142875" y="292100"/>
                    </a:lnTo>
                    <a:lnTo>
                      <a:pt x="136525" y="285750"/>
                    </a:lnTo>
                    <a:lnTo>
                      <a:pt x="130175" y="285750"/>
                    </a:lnTo>
                    <a:lnTo>
                      <a:pt x="120650" y="285750"/>
                    </a:lnTo>
                    <a:lnTo>
                      <a:pt x="114300" y="292100"/>
                    </a:lnTo>
                    <a:lnTo>
                      <a:pt x="82550" y="323850"/>
                    </a:lnTo>
                    <a:lnTo>
                      <a:pt x="82550" y="323850"/>
                    </a:lnTo>
                    <a:lnTo>
                      <a:pt x="79375" y="330200"/>
                    </a:lnTo>
                    <a:lnTo>
                      <a:pt x="76200" y="336550"/>
                    </a:lnTo>
                    <a:lnTo>
                      <a:pt x="79375" y="346075"/>
                    </a:lnTo>
                    <a:lnTo>
                      <a:pt x="82550" y="352425"/>
                    </a:lnTo>
                    <a:lnTo>
                      <a:pt x="82550" y="352425"/>
                    </a:lnTo>
                    <a:lnTo>
                      <a:pt x="88900" y="355600"/>
                    </a:lnTo>
                    <a:lnTo>
                      <a:pt x="95250" y="358775"/>
                    </a:lnTo>
                    <a:lnTo>
                      <a:pt x="104775" y="355600"/>
                    </a:lnTo>
                    <a:lnTo>
                      <a:pt x="111125" y="352425"/>
                    </a:lnTo>
                    <a:lnTo>
                      <a:pt x="142875" y="320675"/>
                    </a:lnTo>
                    <a:lnTo>
                      <a:pt x="142875" y="320675"/>
                    </a:lnTo>
                    <a:lnTo>
                      <a:pt x="146050" y="314325"/>
                    </a:lnTo>
                    <a:lnTo>
                      <a:pt x="149225" y="304800"/>
                    </a:lnTo>
                    <a:lnTo>
                      <a:pt x="146050" y="298450"/>
                    </a:lnTo>
                    <a:lnTo>
                      <a:pt x="142875" y="292100"/>
                    </a:lnTo>
                    <a:lnTo>
                      <a:pt x="142875" y="29210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grpSp>
        <p:nvGrpSpPr>
          <p:cNvPr id="36" name="组合 35"/>
          <p:cNvGrpSpPr/>
          <p:nvPr/>
        </p:nvGrpSpPr>
        <p:grpSpPr>
          <a:xfrm>
            <a:off x="4292041" y="3509788"/>
            <a:ext cx="718248" cy="718244"/>
            <a:chOff x="4641550" y="3027270"/>
            <a:chExt cx="587801" cy="587801"/>
          </a:xfrm>
        </p:grpSpPr>
        <p:grpSp>
          <p:nvGrpSpPr>
            <p:cNvPr id="37" name="组合 36"/>
            <p:cNvGrpSpPr/>
            <p:nvPr/>
          </p:nvGrpSpPr>
          <p:grpSpPr>
            <a:xfrm>
              <a:off x="4641550" y="3027270"/>
              <a:ext cx="587801" cy="587801"/>
              <a:chOff x="304800" y="673100"/>
              <a:chExt cx="4000500" cy="4000500"/>
            </a:xfrm>
            <a:effectLst>
              <a:outerShdw blurRad="444500" dist="254000" dir="8100000" algn="tr" rotWithShape="0">
                <a:srgbClr val="000000">
                  <a:alpha val="50000"/>
                </a:srgbClr>
              </a:outerShdw>
            </a:effectLst>
          </p:grpSpPr>
          <p:sp>
            <p:nvSpPr>
              <p:cNvPr id="41" name="同心圆 17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42" name="椭圆 41"/>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nvGrpSpPr>
            <p:cNvPr id="38" name="组合 37"/>
            <p:cNvGrpSpPr/>
            <p:nvPr/>
          </p:nvGrpSpPr>
          <p:grpSpPr>
            <a:xfrm>
              <a:off x="4790609" y="3178517"/>
              <a:ext cx="289682" cy="293110"/>
              <a:chOff x="2627313" y="1546225"/>
              <a:chExt cx="536575" cy="542925"/>
            </a:xfrm>
            <a:solidFill>
              <a:schemeClr val="accent3"/>
            </a:solidFill>
          </p:grpSpPr>
          <p:sp>
            <p:nvSpPr>
              <p:cNvPr id="39" name="Freeform 30"/>
              <p:cNvSpPr/>
              <p:nvPr/>
            </p:nvSpPr>
            <p:spPr>
              <a:xfrm>
                <a:off x="2627313" y="1616075"/>
                <a:ext cx="536575" cy="473075"/>
              </a:xfrm>
              <a:custGeom>
                <a:avLst/>
                <a:gdLst/>
                <a:ahLst/>
                <a:cxnLst/>
                <a:rect l="0" t="0" r="r" b="b"/>
                <a:pathLst>
                  <a:path w="536575" h="473075">
                    <a:moveTo>
                      <a:pt x="511175" y="212725"/>
                    </a:moveTo>
                    <a:lnTo>
                      <a:pt x="492125" y="212725"/>
                    </a:lnTo>
                    <a:lnTo>
                      <a:pt x="492125" y="212725"/>
                    </a:lnTo>
                    <a:lnTo>
                      <a:pt x="485775" y="190500"/>
                    </a:lnTo>
                    <a:lnTo>
                      <a:pt x="479425" y="171450"/>
                    </a:lnTo>
                    <a:lnTo>
                      <a:pt x="469900" y="149225"/>
                    </a:lnTo>
                    <a:lnTo>
                      <a:pt x="457200" y="133350"/>
                    </a:lnTo>
                    <a:lnTo>
                      <a:pt x="444500" y="114300"/>
                    </a:lnTo>
                    <a:lnTo>
                      <a:pt x="428625" y="98425"/>
                    </a:lnTo>
                    <a:lnTo>
                      <a:pt x="412750" y="85725"/>
                    </a:lnTo>
                    <a:lnTo>
                      <a:pt x="393700" y="73025"/>
                    </a:lnTo>
                    <a:lnTo>
                      <a:pt x="393700" y="73025"/>
                    </a:lnTo>
                    <a:lnTo>
                      <a:pt x="374650" y="92075"/>
                    </a:lnTo>
                    <a:lnTo>
                      <a:pt x="355600" y="104775"/>
                    </a:lnTo>
                    <a:lnTo>
                      <a:pt x="330200" y="114300"/>
                    </a:lnTo>
                    <a:lnTo>
                      <a:pt x="304800" y="117475"/>
                    </a:lnTo>
                    <a:lnTo>
                      <a:pt x="304800" y="117475"/>
                    </a:lnTo>
                    <a:lnTo>
                      <a:pt x="288925" y="114300"/>
                    </a:lnTo>
                    <a:lnTo>
                      <a:pt x="273050" y="111125"/>
                    </a:lnTo>
                    <a:lnTo>
                      <a:pt x="257175" y="104775"/>
                    </a:lnTo>
                    <a:lnTo>
                      <a:pt x="241300" y="95250"/>
                    </a:lnTo>
                    <a:lnTo>
                      <a:pt x="228600" y="85725"/>
                    </a:lnTo>
                    <a:lnTo>
                      <a:pt x="219075" y="73025"/>
                    </a:lnTo>
                    <a:lnTo>
                      <a:pt x="209550" y="57150"/>
                    </a:lnTo>
                    <a:lnTo>
                      <a:pt x="203200" y="44450"/>
                    </a:lnTo>
                    <a:lnTo>
                      <a:pt x="149225" y="3175"/>
                    </a:lnTo>
                    <a:lnTo>
                      <a:pt x="149225" y="3175"/>
                    </a:lnTo>
                    <a:lnTo>
                      <a:pt x="142875" y="0"/>
                    </a:lnTo>
                    <a:lnTo>
                      <a:pt x="139700" y="0"/>
                    </a:lnTo>
                    <a:lnTo>
                      <a:pt x="136525" y="3175"/>
                    </a:lnTo>
                    <a:lnTo>
                      <a:pt x="136525" y="9525"/>
                    </a:lnTo>
                    <a:lnTo>
                      <a:pt x="127000" y="88900"/>
                    </a:lnTo>
                    <a:lnTo>
                      <a:pt x="127000" y="88900"/>
                    </a:lnTo>
                    <a:lnTo>
                      <a:pt x="107950" y="104775"/>
                    </a:lnTo>
                    <a:lnTo>
                      <a:pt x="88900" y="127000"/>
                    </a:lnTo>
                    <a:lnTo>
                      <a:pt x="76200" y="146050"/>
                    </a:lnTo>
                    <a:lnTo>
                      <a:pt x="63500" y="171450"/>
                    </a:lnTo>
                    <a:lnTo>
                      <a:pt x="28575" y="171450"/>
                    </a:lnTo>
                    <a:lnTo>
                      <a:pt x="28575" y="171450"/>
                    </a:lnTo>
                    <a:lnTo>
                      <a:pt x="15875" y="171450"/>
                    </a:lnTo>
                    <a:lnTo>
                      <a:pt x="9525" y="177800"/>
                    </a:lnTo>
                    <a:lnTo>
                      <a:pt x="3175" y="187325"/>
                    </a:lnTo>
                    <a:lnTo>
                      <a:pt x="0" y="196850"/>
                    </a:lnTo>
                    <a:lnTo>
                      <a:pt x="0" y="276225"/>
                    </a:lnTo>
                    <a:lnTo>
                      <a:pt x="0" y="276225"/>
                    </a:lnTo>
                    <a:lnTo>
                      <a:pt x="3175" y="285750"/>
                    </a:lnTo>
                    <a:lnTo>
                      <a:pt x="9525" y="292100"/>
                    </a:lnTo>
                    <a:lnTo>
                      <a:pt x="15875" y="298450"/>
                    </a:lnTo>
                    <a:lnTo>
                      <a:pt x="28575" y="301625"/>
                    </a:lnTo>
                    <a:lnTo>
                      <a:pt x="57150" y="301625"/>
                    </a:lnTo>
                    <a:lnTo>
                      <a:pt x="57150" y="301625"/>
                    </a:lnTo>
                    <a:lnTo>
                      <a:pt x="73025" y="333375"/>
                    </a:lnTo>
                    <a:lnTo>
                      <a:pt x="92075" y="361950"/>
                    </a:lnTo>
                    <a:lnTo>
                      <a:pt x="117475" y="390525"/>
                    </a:lnTo>
                    <a:lnTo>
                      <a:pt x="146050" y="409575"/>
                    </a:lnTo>
                    <a:lnTo>
                      <a:pt x="146050" y="460375"/>
                    </a:lnTo>
                    <a:lnTo>
                      <a:pt x="146050" y="460375"/>
                    </a:lnTo>
                    <a:lnTo>
                      <a:pt x="152400" y="469900"/>
                    </a:lnTo>
                    <a:lnTo>
                      <a:pt x="158750" y="473075"/>
                    </a:lnTo>
                    <a:lnTo>
                      <a:pt x="215900" y="473075"/>
                    </a:lnTo>
                    <a:lnTo>
                      <a:pt x="215900" y="473075"/>
                    </a:lnTo>
                    <a:lnTo>
                      <a:pt x="225425" y="469900"/>
                    </a:lnTo>
                    <a:lnTo>
                      <a:pt x="228600" y="460375"/>
                    </a:lnTo>
                    <a:lnTo>
                      <a:pt x="228600" y="441325"/>
                    </a:lnTo>
                    <a:lnTo>
                      <a:pt x="228600" y="441325"/>
                    </a:lnTo>
                    <a:lnTo>
                      <a:pt x="247650" y="444500"/>
                    </a:lnTo>
                    <a:lnTo>
                      <a:pt x="269875" y="444500"/>
                    </a:lnTo>
                    <a:lnTo>
                      <a:pt x="269875" y="444500"/>
                    </a:lnTo>
                    <a:lnTo>
                      <a:pt x="292100" y="444500"/>
                    </a:lnTo>
                    <a:lnTo>
                      <a:pt x="314325" y="441325"/>
                    </a:lnTo>
                    <a:lnTo>
                      <a:pt x="314325" y="460375"/>
                    </a:lnTo>
                    <a:lnTo>
                      <a:pt x="314325" y="460375"/>
                    </a:lnTo>
                    <a:lnTo>
                      <a:pt x="317500" y="469900"/>
                    </a:lnTo>
                    <a:lnTo>
                      <a:pt x="327025" y="473075"/>
                    </a:lnTo>
                    <a:lnTo>
                      <a:pt x="384175" y="473075"/>
                    </a:lnTo>
                    <a:lnTo>
                      <a:pt x="384175" y="473075"/>
                    </a:lnTo>
                    <a:lnTo>
                      <a:pt x="390525" y="469900"/>
                    </a:lnTo>
                    <a:lnTo>
                      <a:pt x="393700" y="460375"/>
                    </a:lnTo>
                    <a:lnTo>
                      <a:pt x="393700" y="409575"/>
                    </a:lnTo>
                    <a:lnTo>
                      <a:pt x="393700" y="409575"/>
                    </a:lnTo>
                    <a:lnTo>
                      <a:pt x="415925" y="396875"/>
                    </a:lnTo>
                    <a:lnTo>
                      <a:pt x="431800" y="384175"/>
                    </a:lnTo>
                    <a:lnTo>
                      <a:pt x="447675" y="365125"/>
                    </a:lnTo>
                    <a:lnTo>
                      <a:pt x="460375" y="349250"/>
                    </a:lnTo>
                    <a:lnTo>
                      <a:pt x="473075" y="330200"/>
                    </a:lnTo>
                    <a:lnTo>
                      <a:pt x="482600" y="307975"/>
                    </a:lnTo>
                    <a:lnTo>
                      <a:pt x="488950" y="285750"/>
                    </a:lnTo>
                    <a:lnTo>
                      <a:pt x="492125" y="263525"/>
                    </a:lnTo>
                    <a:lnTo>
                      <a:pt x="511175" y="263525"/>
                    </a:lnTo>
                    <a:lnTo>
                      <a:pt x="511175" y="263525"/>
                    </a:lnTo>
                    <a:lnTo>
                      <a:pt x="520700" y="263525"/>
                    </a:lnTo>
                    <a:lnTo>
                      <a:pt x="527050" y="257175"/>
                    </a:lnTo>
                    <a:lnTo>
                      <a:pt x="533400" y="247650"/>
                    </a:lnTo>
                    <a:lnTo>
                      <a:pt x="536575" y="238125"/>
                    </a:lnTo>
                    <a:lnTo>
                      <a:pt x="536575" y="238125"/>
                    </a:lnTo>
                    <a:lnTo>
                      <a:pt x="533400" y="228600"/>
                    </a:lnTo>
                    <a:lnTo>
                      <a:pt x="527050" y="219075"/>
                    </a:lnTo>
                    <a:lnTo>
                      <a:pt x="520700" y="215900"/>
                    </a:lnTo>
                    <a:lnTo>
                      <a:pt x="511175" y="212725"/>
                    </a:lnTo>
                    <a:lnTo>
                      <a:pt x="511175" y="212725"/>
                    </a:lnTo>
                    <a:close/>
                    <a:moveTo>
                      <a:pt x="152400" y="190500"/>
                    </a:moveTo>
                    <a:lnTo>
                      <a:pt x="152400" y="190500"/>
                    </a:lnTo>
                    <a:lnTo>
                      <a:pt x="139700" y="187325"/>
                    </a:lnTo>
                    <a:lnTo>
                      <a:pt x="130175" y="180975"/>
                    </a:lnTo>
                    <a:lnTo>
                      <a:pt x="123825" y="174625"/>
                    </a:lnTo>
                    <a:lnTo>
                      <a:pt x="120650" y="165100"/>
                    </a:lnTo>
                    <a:lnTo>
                      <a:pt x="120650" y="165100"/>
                    </a:lnTo>
                    <a:lnTo>
                      <a:pt x="127000" y="171450"/>
                    </a:lnTo>
                    <a:lnTo>
                      <a:pt x="139700" y="174625"/>
                    </a:lnTo>
                    <a:lnTo>
                      <a:pt x="139700" y="174625"/>
                    </a:lnTo>
                    <a:lnTo>
                      <a:pt x="146050" y="171450"/>
                    </a:lnTo>
                    <a:lnTo>
                      <a:pt x="155575" y="168275"/>
                    </a:lnTo>
                    <a:lnTo>
                      <a:pt x="158750" y="158750"/>
                    </a:lnTo>
                    <a:lnTo>
                      <a:pt x="161925" y="149225"/>
                    </a:lnTo>
                    <a:lnTo>
                      <a:pt x="161925" y="149225"/>
                    </a:lnTo>
                    <a:lnTo>
                      <a:pt x="158750" y="139700"/>
                    </a:lnTo>
                    <a:lnTo>
                      <a:pt x="155575" y="133350"/>
                    </a:lnTo>
                    <a:lnTo>
                      <a:pt x="146050" y="130175"/>
                    </a:lnTo>
                    <a:lnTo>
                      <a:pt x="139700" y="127000"/>
                    </a:lnTo>
                    <a:lnTo>
                      <a:pt x="139700" y="127000"/>
                    </a:lnTo>
                    <a:lnTo>
                      <a:pt x="136525" y="127000"/>
                    </a:lnTo>
                    <a:lnTo>
                      <a:pt x="136525" y="127000"/>
                    </a:lnTo>
                    <a:lnTo>
                      <a:pt x="142875" y="123825"/>
                    </a:lnTo>
                    <a:lnTo>
                      <a:pt x="152400" y="123825"/>
                    </a:lnTo>
                    <a:lnTo>
                      <a:pt x="152400" y="123825"/>
                    </a:lnTo>
                    <a:lnTo>
                      <a:pt x="165100" y="123825"/>
                    </a:lnTo>
                    <a:lnTo>
                      <a:pt x="174625" y="133350"/>
                    </a:lnTo>
                    <a:lnTo>
                      <a:pt x="184150" y="142875"/>
                    </a:lnTo>
                    <a:lnTo>
                      <a:pt x="184150" y="155575"/>
                    </a:lnTo>
                    <a:lnTo>
                      <a:pt x="184150" y="155575"/>
                    </a:lnTo>
                    <a:lnTo>
                      <a:pt x="184150" y="168275"/>
                    </a:lnTo>
                    <a:lnTo>
                      <a:pt x="174625" y="180975"/>
                    </a:lnTo>
                    <a:lnTo>
                      <a:pt x="165100" y="187325"/>
                    </a:lnTo>
                    <a:lnTo>
                      <a:pt x="152400" y="190500"/>
                    </a:lnTo>
                    <a:lnTo>
                      <a:pt x="152400" y="19050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40" name="Freeform 31"/>
              <p:cNvSpPr/>
              <p:nvPr/>
            </p:nvSpPr>
            <p:spPr>
              <a:xfrm>
                <a:off x="2855913" y="1546225"/>
                <a:ext cx="155575" cy="155575"/>
              </a:xfrm>
              <a:custGeom>
                <a:avLst/>
                <a:gdLst/>
                <a:ahLst/>
                <a:cxnLst/>
                <a:rect l="0" t="0" r="r" b="b"/>
                <a:pathLst>
                  <a:path w="155575" h="155575">
                    <a:moveTo>
                      <a:pt x="76200" y="0"/>
                    </a:moveTo>
                    <a:lnTo>
                      <a:pt x="76200" y="0"/>
                    </a:lnTo>
                    <a:lnTo>
                      <a:pt x="60325" y="3175"/>
                    </a:lnTo>
                    <a:lnTo>
                      <a:pt x="47625" y="6350"/>
                    </a:lnTo>
                    <a:lnTo>
                      <a:pt x="34925" y="15875"/>
                    </a:lnTo>
                    <a:lnTo>
                      <a:pt x="22225" y="25400"/>
                    </a:lnTo>
                    <a:lnTo>
                      <a:pt x="12700" y="34925"/>
                    </a:lnTo>
                    <a:lnTo>
                      <a:pt x="6350" y="47625"/>
                    </a:lnTo>
                    <a:lnTo>
                      <a:pt x="0" y="63500"/>
                    </a:lnTo>
                    <a:lnTo>
                      <a:pt x="0" y="79375"/>
                    </a:lnTo>
                    <a:lnTo>
                      <a:pt x="0" y="79375"/>
                    </a:lnTo>
                    <a:lnTo>
                      <a:pt x="0" y="95250"/>
                    </a:lnTo>
                    <a:lnTo>
                      <a:pt x="6350" y="107950"/>
                    </a:lnTo>
                    <a:lnTo>
                      <a:pt x="12700" y="123825"/>
                    </a:lnTo>
                    <a:lnTo>
                      <a:pt x="22225" y="133350"/>
                    </a:lnTo>
                    <a:lnTo>
                      <a:pt x="34925" y="142875"/>
                    </a:lnTo>
                    <a:lnTo>
                      <a:pt x="47625" y="149225"/>
                    </a:lnTo>
                    <a:lnTo>
                      <a:pt x="60325" y="155575"/>
                    </a:lnTo>
                    <a:lnTo>
                      <a:pt x="76200" y="155575"/>
                    </a:lnTo>
                    <a:lnTo>
                      <a:pt x="76200" y="155575"/>
                    </a:lnTo>
                    <a:lnTo>
                      <a:pt x="92075" y="155575"/>
                    </a:lnTo>
                    <a:lnTo>
                      <a:pt x="107950" y="149225"/>
                    </a:lnTo>
                    <a:lnTo>
                      <a:pt x="120650" y="142875"/>
                    </a:lnTo>
                    <a:lnTo>
                      <a:pt x="133350" y="133350"/>
                    </a:lnTo>
                    <a:lnTo>
                      <a:pt x="142875" y="123825"/>
                    </a:lnTo>
                    <a:lnTo>
                      <a:pt x="149225" y="107950"/>
                    </a:lnTo>
                    <a:lnTo>
                      <a:pt x="152400" y="95250"/>
                    </a:lnTo>
                    <a:lnTo>
                      <a:pt x="155575" y="79375"/>
                    </a:lnTo>
                    <a:lnTo>
                      <a:pt x="155575" y="79375"/>
                    </a:lnTo>
                    <a:lnTo>
                      <a:pt x="152400" y="63500"/>
                    </a:lnTo>
                    <a:lnTo>
                      <a:pt x="149225" y="47625"/>
                    </a:lnTo>
                    <a:lnTo>
                      <a:pt x="142875" y="34925"/>
                    </a:lnTo>
                    <a:lnTo>
                      <a:pt x="133350" y="25400"/>
                    </a:lnTo>
                    <a:lnTo>
                      <a:pt x="120650" y="15875"/>
                    </a:lnTo>
                    <a:lnTo>
                      <a:pt x="107950" y="6350"/>
                    </a:lnTo>
                    <a:lnTo>
                      <a:pt x="92075" y="3175"/>
                    </a:lnTo>
                    <a:lnTo>
                      <a:pt x="76200" y="0"/>
                    </a:lnTo>
                    <a:lnTo>
                      <a:pt x="76200" y="0"/>
                    </a:lnTo>
                    <a:close/>
                    <a:moveTo>
                      <a:pt x="82550" y="117475"/>
                    </a:moveTo>
                    <a:lnTo>
                      <a:pt x="82550" y="130175"/>
                    </a:lnTo>
                    <a:lnTo>
                      <a:pt x="66675" y="130175"/>
                    </a:lnTo>
                    <a:lnTo>
                      <a:pt x="66675" y="117475"/>
                    </a:lnTo>
                    <a:lnTo>
                      <a:pt x="66675" y="117475"/>
                    </a:lnTo>
                    <a:lnTo>
                      <a:pt x="53975" y="117475"/>
                    </a:lnTo>
                    <a:lnTo>
                      <a:pt x="41275" y="114300"/>
                    </a:lnTo>
                    <a:lnTo>
                      <a:pt x="47625" y="95250"/>
                    </a:lnTo>
                    <a:lnTo>
                      <a:pt x="47625" y="95250"/>
                    </a:lnTo>
                    <a:lnTo>
                      <a:pt x="57150" y="98425"/>
                    </a:lnTo>
                    <a:lnTo>
                      <a:pt x="73025" y="101600"/>
                    </a:lnTo>
                    <a:lnTo>
                      <a:pt x="73025" y="101600"/>
                    </a:lnTo>
                    <a:lnTo>
                      <a:pt x="79375" y="98425"/>
                    </a:lnTo>
                    <a:lnTo>
                      <a:pt x="82550" y="95250"/>
                    </a:lnTo>
                    <a:lnTo>
                      <a:pt x="82550" y="95250"/>
                    </a:lnTo>
                    <a:lnTo>
                      <a:pt x="79375" y="88900"/>
                    </a:lnTo>
                    <a:lnTo>
                      <a:pt x="69850" y="85725"/>
                    </a:lnTo>
                    <a:lnTo>
                      <a:pt x="69850" y="85725"/>
                    </a:lnTo>
                    <a:lnTo>
                      <a:pt x="60325" y="82550"/>
                    </a:lnTo>
                    <a:lnTo>
                      <a:pt x="50800" y="76200"/>
                    </a:lnTo>
                    <a:lnTo>
                      <a:pt x="44450" y="69850"/>
                    </a:lnTo>
                    <a:lnTo>
                      <a:pt x="44450" y="60325"/>
                    </a:lnTo>
                    <a:lnTo>
                      <a:pt x="44450" y="60325"/>
                    </a:lnTo>
                    <a:lnTo>
                      <a:pt x="44450" y="53975"/>
                    </a:lnTo>
                    <a:lnTo>
                      <a:pt x="50800" y="44450"/>
                    </a:lnTo>
                    <a:lnTo>
                      <a:pt x="57150" y="41275"/>
                    </a:lnTo>
                    <a:lnTo>
                      <a:pt x="66675" y="38100"/>
                    </a:lnTo>
                    <a:lnTo>
                      <a:pt x="66675" y="25400"/>
                    </a:lnTo>
                    <a:lnTo>
                      <a:pt x="82550" y="25400"/>
                    </a:lnTo>
                    <a:lnTo>
                      <a:pt x="82550" y="34925"/>
                    </a:lnTo>
                    <a:lnTo>
                      <a:pt x="82550" y="34925"/>
                    </a:lnTo>
                    <a:lnTo>
                      <a:pt x="95250" y="38100"/>
                    </a:lnTo>
                    <a:lnTo>
                      <a:pt x="104775" y="41275"/>
                    </a:lnTo>
                    <a:lnTo>
                      <a:pt x="101600" y="57150"/>
                    </a:lnTo>
                    <a:lnTo>
                      <a:pt x="101600" y="57150"/>
                    </a:lnTo>
                    <a:lnTo>
                      <a:pt x="92075" y="53975"/>
                    </a:lnTo>
                    <a:lnTo>
                      <a:pt x="79375" y="53975"/>
                    </a:lnTo>
                    <a:lnTo>
                      <a:pt x="79375" y="53975"/>
                    </a:lnTo>
                    <a:lnTo>
                      <a:pt x="69850" y="53975"/>
                    </a:lnTo>
                    <a:lnTo>
                      <a:pt x="69850" y="60325"/>
                    </a:lnTo>
                    <a:lnTo>
                      <a:pt x="69850" y="60325"/>
                    </a:lnTo>
                    <a:lnTo>
                      <a:pt x="73025" y="63500"/>
                    </a:lnTo>
                    <a:lnTo>
                      <a:pt x="85725" y="69850"/>
                    </a:lnTo>
                    <a:lnTo>
                      <a:pt x="85725" y="69850"/>
                    </a:lnTo>
                    <a:lnTo>
                      <a:pt x="95250" y="73025"/>
                    </a:lnTo>
                    <a:lnTo>
                      <a:pt x="104775" y="79375"/>
                    </a:lnTo>
                    <a:lnTo>
                      <a:pt x="107950" y="85725"/>
                    </a:lnTo>
                    <a:lnTo>
                      <a:pt x="111125" y="92075"/>
                    </a:lnTo>
                    <a:lnTo>
                      <a:pt x="111125" y="92075"/>
                    </a:lnTo>
                    <a:lnTo>
                      <a:pt x="107950" y="101600"/>
                    </a:lnTo>
                    <a:lnTo>
                      <a:pt x="101600" y="107950"/>
                    </a:lnTo>
                    <a:lnTo>
                      <a:pt x="95250" y="114300"/>
                    </a:lnTo>
                    <a:lnTo>
                      <a:pt x="82550" y="117475"/>
                    </a:lnTo>
                    <a:lnTo>
                      <a:pt x="82550" y="117475"/>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grpSp>
        <p:nvGrpSpPr>
          <p:cNvPr id="43" name="组合 42"/>
          <p:cNvGrpSpPr/>
          <p:nvPr/>
        </p:nvGrpSpPr>
        <p:grpSpPr>
          <a:xfrm>
            <a:off x="7292417" y="3509788"/>
            <a:ext cx="718248" cy="718244"/>
            <a:chOff x="7062319" y="4078969"/>
            <a:chExt cx="940373" cy="940368"/>
          </a:xfrm>
        </p:grpSpPr>
        <p:grpSp>
          <p:nvGrpSpPr>
            <p:cNvPr id="44" name="组合 43"/>
            <p:cNvGrpSpPr/>
            <p:nvPr/>
          </p:nvGrpSpPr>
          <p:grpSpPr>
            <a:xfrm>
              <a:off x="7062319" y="4078969"/>
              <a:ext cx="940373" cy="940368"/>
              <a:chOff x="304800" y="673100"/>
              <a:chExt cx="4000500" cy="4000500"/>
            </a:xfrm>
            <a:effectLst>
              <a:outerShdw blurRad="444500" dist="254000" dir="8100000" algn="tr" rotWithShape="0">
                <a:srgbClr val="000000">
                  <a:alpha val="50000"/>
                </a:srgbClr>
              </a:outerShdw>
            </a:effectLst>
          </p:grpSpPr>
          <p:sp>
            <p:nvSpPr>
              <p:cNvPr id="52" name="同心圆 18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53" name="椭圆 5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nvGrpSpPr>
            <p:cNvPr id="45" name="组合 44"/>
            <p:cNvGrpSpPr/>
            <p:nvPr/>
          </p:nvGrpSpPr>
          <p:grpSpPr>
            <a:xfrm>
              <a:off x="7259991" y="4339991"/>
              <a:ext cx="520413" cy="358206"/>
              <a:chOff x="5840413" y="590550"/>
              <a:chExt cx="733425" cy="504825"/>
            </a:xfrm>
            <a:solidFill>
              <a:schemeClr val="accent5"/>
            </a:solidFill>
          </p:grpSpPr>
          <p:sp>
            <p:nvSpPr>
              <p:cNvPr id="46" name="Freeform 24"/>
              <p:cNvSpPr/>
              <p:nvPr/>
            </p:nvSpPr>
            <p:spPr>
              <a:xfrm>
                <a:off x="5840413" y="590550"/>
                <a:ext cx="568325" cy="438150"/>
              </a:xfrm>
              <a:custGeom>
                <a:avLst/>
                <a:gdLst/>
                <a:ahLst/>
                <a:cxnLst/>
                <a:rect l="0" t="0" r="r" b="b"/>
                <a:pathLst>
                  <a:path w="568325" h="438150">
                    <a:moveTo>
                      <a:pt x="530225" y="12700"/>
                    </a:moveTo>
                    <a:lnTo>
                      <a:pt x="530225" y="12700"/>
                    </a:lnTo>
                    <a:lnTo>
                      <a:pt x="527050" y="6350"/>
                    </a:lnTo>
                    <a:lnTo>
                      <a:pt x="520700" y="0"/>
                    </a:lnTo>
                    <a:lnTo>
                      <a:pt x="514350" y="0"/>
                    </a:lnTo>
                    <a:lnTo>
                      <a:pt x="508000" y="0"/>
                    </a:lnTo>
                    <a:lnTo>
                      <a:pt x="133350" y="123825"/>
                    </a:lnTo>
                    <a:lnTo>
                      <a:pt x="244475" y="123825"/>
                    </a:lnTo>
                    <a:lnTo>
                      <a:pt x="450850" y="53975"/>
                    </a:lnTo>
                    <a:lnTo>
                      <a:pt x="450850" y="53975"/>
                    </a:lnTo>
                    <a:lnTo>
                      <a:pt x="463550" y="69850"/>
                    </a:lnTo>
                    <a:lnTo>
                      <a:pt x="479425" y="82550"/>
                    </a:lnTo>
                    <a:lnTo>
                      <a:pt x="498475" y="88900"/>
                    </a:lnTo>
                    <a:lnTo>
                      <a:pt x="520700" y="88900"/>
                    </a:lnTo>
                    <a:lnTo>
                      <a:pt x="530225" y="123825"/>
                    </a:lnTo>
                    <a:lnTo>
                      <a:pt x="568325" y="123825"/>
                    </a:lnTo>
                    <a:lnTo>
                      <a:pt x="530225" y="12700"/>
                    </a:lnTo>
                    <a:close/>
                    <a:moveTo>
                      <a:pt x="3175" y="187325"/>
                    </a:moveTo>
                    <a:lnTo>
                      <a:pt x="85725" y="438150"/>
                    </a:lnTo>
                    <a:lnTo>
                      <a:pt x="85725" y="330200"/>
                    </a:lnTo>
                    <a:lnTo>
                      <a:pt x="57150" y="241300"/>
                    </a:lnTo>
                    <a:lnTo>
                      <a:pt x="57150" y="241300"/>
                    </a:lnTo>
                    <a:lnTo>
                      <a:pt x="66675" y="234950"/>
                    </a:lnTo>
                    <a:lnTo>
                      <a:pt x="73025" y="225425"/>
                    </a:lnTo>
                    <a:lnTo>
                      <a:pt x="79375" y="215900"/>
                    </a:lnTo>
                    <a:lnTo>
                      <a:pt x="85725" y="206375"/>
                    </a:lnTo>
                    <a:lnTo>
                      <a:pt x="85725" y="161925"/>
                    </a:lnTo>
                    <a:lnTo>
                      <a:pt x="85725" y="161925"/>
                    </a:lnTo>
                    <a:lnTo>
                      <a:pt x="88900" y="146050"/>
                    </a:lnTo>
                    <a:lnTo>
                      <a:pt x="98425" y="133350"/>
                    </a:lnTo>
                    <a:lnTo>
                      <a:pt x="15875" y="161925"/>
                    </a:lnTo>
                    <a:lnTo>
                      <a:pt x="15875" y="161925"/>
                    </a:lnTo>
                    <a:lnTo>
                      <a:pt x="6350" y="165100"/>
                    </a:lnTo>
                    <a:lnTo>
                      <a:pt x="3175" y="171450"/>
                    </a:lnTo>
                    <a:lnTo>
                      <a:pt x="0" y="177800"/>
                    </a:lnTo>
                    <a:lnTo>
                      <a:pt x="3175" y="187325"/>
                    </a:lnTo>
                    <a:lnTo>
                      <a:pt x="3175" y="187325"/>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47" name="Freeform 25"/>
              <p:cNvSpPr/>
              <p:nvPr/>
            </p:nvSpPr>
            <p:spPr>
              <a:xfrm>
                <a:off x="6024563" y="793750"/>
                <a:ext cx="403225" cy="234950"/>
              </a:xfrm>
              <a:custGeom>
                <a:avLst/>
                <a:gdLst/>
                <a:ahLst/>
                <a:cxnLst/>
                <a:rect l="0" t="0" r="r" b="b"/>
                <a:pathLst>
                  <a:path w="403225" h="234950">
                    <a:moveTo>
                      <a:pt x="371475" y="85725"/>
                    </a:moveTo>
                    <a:lnTo>
                      <a:pt x="371475" y="85725"/>
                    </a:lnTo>
                    <a:lnTo>
                      <a:pt x="358775" y="88900"/>
                    </a:lnTo>
                    <a:lnTo>
                      <a:pt x="349250" y="95250"/>
                    </a:lnTo>
                    <a:lnTo>
                      <a:pt x="342900" y="104775"/>
                    </a:lnTo>
                    <a:lnTo>
                      <a:pt x="339725" y="117475"/>
                    </a:lnTo>
                    <a:lnTo>
                      <a:pt x="339725" y="117475"/>
                    </a:lnTo>
                    <a:lnTo>
                      <a:pt x="342900" y="130175"/>
                    </a:lnTo>
                    <a:lnTo>
                      <a:pt x="349250" y="139700"/>
                    </a:lnTo>
                    <a:lnTo>
                      <a:pt x="358775" y="146050"/>
                    </a:lnTo>
                    <a:lnTo>
                      <a:pt x="371475" y="149225"/>
                    </a:lnTo>
                    <a:lnTo>
                      <a:pt x="371475" y="149225"/>
                    </a:lnTo>
                    <a:lnTo>
                      <a:pt x="384175" y="146050"/>
                    </a:lnTo>
                    <a:lnTo>
                      <a:pt x="393700" y="139700"/>
                    </a:lnTo>
                    <a:lnTo>
                      <a:pt x="400050" y="130175"/>
                    </a:lnTo>
                    <a:lnTo>
                      <a:pt x="403225" y="117475"/>
                    </a:lnTo>
                    <a:lnTo>
                      <a:pt x="403225" y="117475"/>
                    </a:lnTo>
                    <a:lnTo>
                      <a:pt x="400050" y="104775"/>
                    </a:lnTo>
                    <a:lnTo>
                      <a:pt x="393700" y="95250"/>
                    </a:lnTo>
                    <a:lnTo>
                      <a:pt x="384175" y="88900"/>
                    </a:lnTo>
                    <a:lnTo>
                      <a:pt x="371475" y="85725"/>
                    </a:lnTo>
                    <a:lnTo>
                      <a:pt x="371475" y="85725"/>
                    </a:lnTo>
                    <a:close/>
                    <a:moveTo>
                      <a:pt x="31750" y="85725"/>
                    </a:moveTo>
                    <a:lnTo>
                      <a:pt x="31750" y="85725"/>
                    </a:lnTo>
                    <a:lnTo>
                      <a:pt x="19050" y="88900"/>
                    </a:lnTo>
                    <a:lnTo>
                      <a:pt x="9525" y="95250"/>
                    </a:lnTo>
                    <a:lnTo>
                      <a:pt x="3175" y="104775"/>
                    </a:lnTo>
                    <a:lnTo>
                      <a:pt x="0" y="117475"/>
                    </a:lnTo>
                    <a:lnTo>
                      <a:pt x="0" y="117475"/>
                    </a:lnTo>
                    <a:lnTo>
                      <a:pt x="3175" y="130175"/>
                    </a:lnTo>
                    <a:lnTo>
                      <a:pt x="9525" y="139700"/>
                    </a:lnTo>
                    <a:lnTo>
                      <a:pt x="19050" y="146050"/>
                    </a:lnTo>
                    <a:lnTo>
                      <a:pt x="31750" y="149225"/>
                    </a:lnTo>
                    <a:lnTo>
                      <a:pt x="31750" y="149225"/>
                    </a:lnTo>
                    <a:lnTo>
                      <a:pt x="44450" y="146050"/>
                    </a:lnTo>
                    <a:lnTo>
                      <a:pt x="53975" y="139700"/>
                    </a:lnTo>
                    <a:lnTo>
                      <a:pt x="60325" y="130175"/>
                    </a:lnTo>
                    <a:lnTo>
                      <a:pt x="63500" y="117475"/>
                    </a:lnTo>
                    <a:lnTo>
                      <a:pt x="63500" y="117475"/>
                    </a:lnTo>
                    <a:lnTo>
                      <a:pt x="60325" y="104775"/>
                    </a:lnTo>
                    <a:lnTo>
                      <a:pt x="53975" y="95250"/>
                    </a:lnTo>
                    <a:lnTo>
                      <a:pt x="44450" y="88900"/>
                    </a:lnTo>
                    <a:lnTo>
                      <a:pt x="31750" y="85725"/>
                    </a:lnTo>
                    <a:lnTo>
                      <a:pt x="31750" y="85725"/>
                    </a:lnTo>
                    <a:close/>
                    <a:moveTo>
                      <a:pt x="200025" y="0"/>
                    </a:moveTo>
                    <a:lnTo>
                      <a:pt x="200025" y="0"/>
                    </a:lnTo>
                    <a:lnTo>
                      <a:pt x="180975" y="3175"/>
                    </a:lnTo>
                    <a:lnTo>
                      <a:pt x="161925" y="9525"/>
                    </a:lnTo>
                    <a:lnTo>
                      <a:pt x="142875" y="19050"/>
                    </a:lnTo>
                    <a:lnTo>
                      <a:pt x="127000" y="34925"/>
                    </a:lnTo>
                    <a:lnTo>
                      <a:pt x="114300" y="50800"/>
                    </a:lnTo>
                    <a:lnTo>
                      <a:pt x="104775" y="73025"/>
                    </a:lnTo>
                    <a:lnTo>
                      <a:pt x="98425" y="95250"/>
                    </a:lnTo>
                    <a:lnTo>
                      <a:pt x="98425" y="117475"/>
                    </a:lnTo>
                    <a:lnTo>
                      <a:pt x="98425" y="117475"/>
                    </a:lnTo>
                    <a:lnTo>
                      <a:pt x="98425" y="142875"/>
                    </a:lnTo>
                    <a:lnTo>
                      <a:pt x="104775" y="165100"/>
                    </a:lnTo>
                    <a:lnTo>
                      <a:pt x="114300" y="184150"/>
                    </a:lnTo>
                    <a:lnTo>
                      <a:pt x="127000" y="200025"/>
                    </a:lnTo>
                    <a:lnTo>
                      <a:pt x="142875" y="215900"/>
                    </a:lnTo>
                    <a:lnTo>
                      <a:pt x="161925" y="225425"/>
                    </a:lnTo>
                    <a:lnTo>
                      <a:pt x="180975" y="231775"/>
                    </a:lnTo>
                    <a:lnTo>
                      <a:pt x="200025" y="234950"/>
                    </a:lnTo>
                    <a:lnTo>
                      <a:pt x="200025" y="234950"/>
                    </a:lnTo>
                    <a:lnTo>
                      <a:pt x="222250" y="231775"/>
                    </a:lnTo>
                    <a:lnTo>
                      <a:pt x="241300" y="225425"/>
                    </a:lnTo>
                    <a:lnTo>
                      <a:pt x="260350" y="215900"/>
                    </a:lnTo>
                    <a:lnTo>
                      <a:pt x="276225" y="200025"/>
                    </a:lnTo>
                    <a:lnTo>
                      <a:pt x="288925" y="184150"/>
                    </a:lnTo>
                    <a:lnTo>
                      <a:pt x="298450" y="165100"/>
                    </a:lnTo>
                    <a:lnTo>
                      <a:pt x="304800" y="142875"/>
                    </a:lnTo>
                    <a:lnTo>
                      <a:pt x="304800" y="117475"/>
                    </a:lnTo>
                    <a:lnTo>
                      <a:pt x="304800" y="117475"/>
                    </a:lnTo>
                    <a:lnTo>
                      <a:pt x="304800" y="95250"/>
                    </a:lnTo>
                    <a:lnTo>
                      <a:pt x="298450" y="73025"/>
                    </a:lnTo>
                    <a:lnTo>
                      <a:pt x="288925" y="50800"/>
                    </a:lnTo>
                    <a:lnTo>
                      <a:pt x="276225" y="34925"/>
                    </a:lnTo>
                    <a:lnTo>
                      <a:pt x="260350" y="19050"/>
                    </a:lnTo>
                    <a:lnTo>
                      <a:pt x="241300" y="9525"/>
                    </a:lnTo>
                    <a:lnTo>
                      <a:pt x="222250" y="3175"/>
                    </a:lnTo>
                    <a:lnTo>
                      <a:pt x="200025" y="0"/>
                    </a:lnTo>
                    <a:lnTo>
                      <a:pt x="200025" y="0"/>
                    </a:lnTo>
                    <a:close/>
                    <a:moveTo>
                      <a:pt x="212725" y="171450"/>
                    </a:moveTo>
                    <a:lnTo>
                      <a:pt x="212725" y="187325"/>
                    </a:lnTo>
                    <a:lnTo>
                      <a:pt x="190500" y="187325"/>
                    </a:lnTo>
                    <a:lnTo>
                      <a:pt x="190500" y="171450"/>
                    </a:lnTo>
                    <a:lnTo>
                      <a:pt x="190500" y="171450"/>
                    </a:lnTo>
                    <a:lnTo>
                      <a:pt x="168275" y="168275"/>
                    </a:lnTo>
                    <a:lnTo>
                      <a:pt x="155575" y="165100"/>
                    </a:lnTo>
                    <a:lnTo>
                      <a:pt x="161925" y="139700"/>
                    </a:lnTo>
                    <a:lnTo>
                      <a:pt x="161925" y="139700"/>
                    </a:lnTo>
                    <a:lnTo>
                      <a:pt x="177800" y="146050"/>
                    </a:lnTo>
                    <a:lnTo>
                      <a:pt x="193675" y="149225"/>
                    </a:lnTo>
                    <a:lnTo>
                      <a:pt x="193675" y="149225"/>
                    </a:lnTo>
                    <a:lnTo>
                      <a:pt x="206375" y="146050"/>
                    </a:lnTo>
                    <a:lnTo>
                      <a:pt x="209550" y="142875"/>
                    </a:lnTo>
                    <a:lnTo>
                      <a:pt x="212725" y="139700"/>
                    </a:lnTo>
                    <a:lnTo>
                      <a:pt x="212725" y="139700"/>
                    </a:lnTo>
                    <a:lnTo>
                      <a:pt x="209550" y="136525"/>
                    </a:lnTo>
                    <a:lnTo>
                      <a:pt x="206375" y="133350"/>
                    </a:lnTo>
                    <a:lnTo>
                      <a:pt x="190500" y="127000"/>
                    </a:lnTo>
                    <a:lnTo>
                      <a:pt x="190500" y="127000"/>
                    </a:lnTo>
                    <a:lnTo>
                      <a:pt x="177800" y="123825"/>
                    </a:lnTo>
                    <a:lnTo>
                      <a:pt x="165100" y="117475"/>
                    </a:lnTo>
                    <a:lnTo>
                      <a:pt x="158750" y="107950"/>
                    </a:lnTo>
                    <a:lnTo>
                      <a:pt x="155575" y="95250"/>
                    </a:lnTo>
                    <a:lnTo>
                      <a:pt x="155575" y="95250"/>
                    </a:lnTo>
                    <a:lnTo>
                      <a:pt x="158750" y="85725"/>
                    </a:lnTo>
                    <a:lnTo>
                      <a:pt x="165100" y="76200"/>
                    </a:lnTo>
                    <a:lnTo>
                      <a:pt x="174625" y="66675"/>
                    </a:lnTo>
                    <a:lnTo>
                      <a:pt x="190500" y="63500"/>
                    </a:lnTo>
                    <a:lnTo>
                      <a:pt x="190500" y="47625"/>
                    </a:lnTo>
                    <a:lnTo>
                      <a:pt x="212725" y="47625"/>
                    </a:lnTo>
                    <a:lnTo>
                      <a:pt x="212725" y="63500"/>
                    </a:lnTo>
                    <a:lnTo>
                      <a:pt x="212725" y="63500"/>
                    </a:lnTo>
                    <a:lnTo>
                      <a:pt x="228600" y="63500"/>
                    </a:lnTo>
                    <a:lnTo>
                      <a:pt x="241300" y="66675"/>
                    </a:lnTo>
                    <a:lnTo>
                      <a:pt x="234950" y="92075"/>
                    </a:lnTo>
                    <a:lnTo>
                      <a:pt x="234950" y="92075"/>
                    </a:lnTo>
                    <a:lnTo>
                      <a:pt x="225425" y="85725"/>
                    </a:lnTo>
                    <a:lnTo>
                      <a:pt x="206375" y="85725"/>
                    </a:lnTo>
                    <a:lnTo>
                      <a:pt x="206375" y="85725"/>
                    </a:lnTo>
                    <a:lnTo>
                      <a:pt x="193675" y="85725"/>
                    </a:lnTo>
                    <a:lnTo>
                      <a:pt x="190500" y="92075"/>
                    </a:lnTo>
                    <a:lnTo>
                      <a:pt x="190500" y="92075"/>
                    </a:lnTo>
                    <a:lnTo>
                      <a:pt x="193675" y="95250"/>
                    </a:lnTo>
                    <a:lnTo>
                      <a:pt x="196850" y="98425"/>
                    </a:lnTo>
                    <a:lnTo>
                      <a:pt x="212725" y="104775"/>
                    </a:lnTo>
                    <a:lnTo>
                      <a:pt x="212725" y="104775"/>
                    </a:lnTo>
                    <a:lnTo>
                      <a:pt x="228600" y="111125"/>
                    </a:lnTo>
                    <a:lnTo>
                      <a:pt x="238125" y="117475"/>
                    </a:lnTo>
                    <a:lnTo>
                      <a:pt x="244475" y="127000"/>
                    </a:lnTo>
                    <a:lnTo>
                      <a:pt x="247650" y="136525"/>
                    </a:lnTo>
                    <a:lnTo>
                      <a:pt x="247650" y="136525"/>
                    </a:lnTo>
                    <a:lnTo>
                      <a:pt x="244475" y="149225"/>
                    </a:lnTo>
                    <a:lnTo>
                      <a:pt x="238125" y="158750"/>
                    </a:lnTo>
                    <a:lnTo>
                      <a:pt x="225425" y="165100"/>
                    </a:lnTo>
                    <a:lnTo>
                      <a:pt x="212725" y="171450"/>
                    </a:lnTo>
                    <a:lnTo>
                      <a:pt x="212725" y="17145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48" name="Freeform 26"/>
              <p:cNvSpPr/>
              <p:nvPr/>
            </p:nvSpPr>
            <p:spPr>
              <a:xfrm>
                <a:off x="5948363" y="733425"/>
                <a:ext cx="555625" cy="358775"/>
              </a:xfrm>
              <a:custGeom>
                <a:avLst/>
                <a:gdLst/>
                <a:ahLst/>
                <a:cxnLst/>
                <a:rect l="0" t="0" r="r" b="b"/>
                <a:pathLst>
                  <a:path w="555625" h="358775">
                    <a:moveTo>
                      <a:pt x="403225" y="346075"/>
                    </a:moveTo>
                    <a:lnTo>
                      <a:pt x="403225" y="346075"/>
                    </a:lnTo>
                    <a:lnTo>
                      <a:pt x="403225" y="333375"/>
                    </a:lnTo>
                    <a:lnTo>
                      <a:pt x="409575" y="323850"/>
                    </a:lnTo>
                    <a:lnTo>
                      <a:pt x="85725" y="323850"/>
                    </a:lnTo>
                    <a:lnTo>
                      <a:pt x="85725" y="323850"/>
                    </a:lnTo>
                    <a:lnTo>
                      <a:pt x="79375" y="304800"/>
                    </a:lnTo>
                    <a:lnTo>
                      <a:pt x="66675" y="288925"/>
                    </a:lnTo>
                    <a:lnTo>
                      <a:pt x="53975" y="279400"/>
                    </a:lnTo>
                    <a:lnTo>
                      <a:pt x="34925" y="273050"/>
                    </a:lnTo>
                    <a:lnTo>
                      <a:pt x="34925" y="88900"/>
                    </a:lnTo>
                    <a:lnTo>
                      <a:pt x="34925" y="88900"/>
                    </a:lnTo>
                    <a:lnTo>
                      <a:pt x="53975" y="82550"/>
                    </a:lnTo>
                    <a:lnTo>
                      <a:pt x="69850" y="69850"/>
                    </a:lnTo>
                    <a:lnTo>
                      <a:pt x="79375" y="53975"/>
                    </a:lnTo>
                    <a:lnTo>
                      <a:pt x="85725" y="34925"/>
                    </a:lnTo>
                    <a:lnTo>
                      <a:pt x="466725" y="34925"/>
                    </a:lnTo>
                    <a:lnTo>
                      <a:pt x="466725" y="34925"/>
                    </a:lnTo>
                    <a:lnTo>
                      <a:pt x="476250" y="53975"/>
                    </a:lnTo>
                    <a:lnTo>
                      <a:pt x="485775" y="69850"/>
                    </a:lnTo>
                    <a:lnTo>
                      <a:pt x="501650" y="82550"/>
                    </a:lnTo>
                    <a:lnTo>
                      <a:pt x="520700" y="88900"/>
                    </a:lnTo>
                    <a:lnTo>
                      <a:pt x="520700" y="212725"/>
                    </a:lnTo>
                    <a:lnTo>
                      <a:pt x="555625" y="212725"/>
                    </a:lnTo>
                    <a:lnTo>
                      <a:pt x="555625" y="19050"/>
                    </a:lnTo>
                    <a:lnTo>
                      <a:pt x="555625" y="19050"/>
                    </a:lnTo>
                    <a:lnTo>
                      <a:pt x="555625" y="12700"/>
                    </a:lnTo>
                    <a:lnTo>
                      <a:pt x="549275" y="6350"/>
                    </a:lnTo>
                    <a:lnTo>
                      <a:pt x="542925" y="3175"/>
                    </a:lnTo>
                    <a:lnTo>
                      <a:pt x="536575" y="0"/>
                    </a:lnTo>
                    <a:lnTo>
                      <a:pt x="19050" y="0"/>
                    </a:lnTo>
                    <a:lnTo>
                      <a:pt x="19050" y="0"/>
                    </a:lnTo>
                    <a:lnTo>
                      <a:pt x="12700" y="3175"/>
                    </a:lnTo>
                    <a:lnTo>
                      <a:pt x="6350" y="6350"/>
                    </a:lnTo>
                    <a:lnTo>
                      <a:pt x="0" y="12700"/>
                    </a:lnTo>
                    <a:lnTo>
                      <a:pt x="0" y="19050"/>
                    </a:lnTo>
                    <a:lnTo>
                      <a:pt x="0" y="339725"/>
                    </a:lnTo>
                    <a:lnTo>
                      <a:pt x="0" y="339725"/>
                    </a:lnTo>
                    <a:lnTo>
                      <a:pt x="0" y="346075"/>
                    </a:lnTo>
                    <a:lnTo>
                      <a:pt x="6350" y="352425"/>
                    </a:lnTo>
                    <a:lnTo>
                      <a:pt x="12700" y="358775"/>
                    </a:lnTo>
                    <a:lnTo>
                      <a:pt x="19050" y="358775"/>
                    </a:lnTo>
                    <a:lnTo>
                      <a:pt x="406400" y="358775"/>
                    </a:lnTo>
                    <a:lnTo>
                      <a:pt x="406400" y="358775"/>
                    </a:lnTo>
                    <a:lnTo>
                      <a:pt x="403225" y="346075"/>
                    </a:lnTo>
                    <a:lnTo>
                      <a:pt x="403225" y="346075"/>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49" name="Freeform 27"/>
              <p:cNvSpPr/>
              <p:nvPr/>
            </p:nvSpPr>
            <p:spPr>
              <a:xfrm>
                <a:off x="6373813" y="965200"/>
                <a:ext cx="200025" cy="34925"/>
              </a:xfrm>
              <a:custGeom>
                <a:avLst/>
                <a:gdLst/>
                <a:ahLst/>
                <a:cxnLst/>
                <a:rect l="0" t="0" r="r" b="b"/>
                <a:pathLst>
                  <a:path w="200025" h="34925">
                    <a:moveTo>
                      <a:pt x="19050" y="34925"/>
                    </a:moveTo>
                    <a:lnTo>
                      <a:pt x="19050" y="34925"/>
                    </a:lnTo>
                    <a:lnTo>
                      <a:pt x="12700" y="31750"/>
                    </a:lnTo>
                    <a:lnTo>
                      <a:pt x="6350" y="28575"/>
                    </a:lnTo>
                    <a:lnTo>
                      <a:pt x="3175" y="25400"/>
                    </a:lnTo>
                    <a:lnTo>
                      <a:pt x="0" y="15875"/>
                    </a:lnTo>
                    <a:lnTo>
                      <a:pt x="0" y="15875"/>
                    </a:lnTo>
                    <a:lnTo>
                      <a:pt x="0" y="15875"/>
                    </a:lnTo>
                    <a:lnTo>
                      <a:pt x="3175" y="9525"/>
                    </a:lnTo>
                    <a:lnTo>
                      <a:pt x="6350" y="6350"/>
                    </a:lnTo>
                    <a:lnTo>
                      <a:pt x="12700" y="3175"/>
                    </a:lnTo>
                    <a:lnTo>
                      <a:pt x="19050" y="0"/>
                    </a:lnTo>
                    <a:lnTo>
                      <a:pt x="19050" y="0"/>
                    </a:lnTo>
                    <a:lnTo>
                      <a:pt x="184150" y="0"/>
                    </a:lnTo>
                    <a:lnTo>
                      <a:pt x="184150" y="0"/>
                    </a:lnTo>
                    <a:lnTo>
                      <a:pt x="190500" y="3175"/>
                    </a:lnTo>
                    <a:lnTo>
                      <a:pt x="196850" y="6350"/>
                    </a:lnTo>
                    <a:lnTo>
                      <a:pt x="200025" y="9525"/>
                    </a:lnTo>
                    <a:lnTo>
                      <a:pt x="200025" y="15875"/>
                    </a:lnTo>
                    <a:lnTo>
                      <a:pt x="200025" y="15875"/>
                    </a:lnTo>
                    <a:lnTo>
                      <a:pt x="200025" y="15875"/>
                    </a:lnTo>
                    <a:lnTo>
                      <a:pt x="200025" y="25400"/>
                    </a:lnTo>
                    <a:lnTo>
                      <a:pt x="196850" y="28575"/>
                    </a:lnTo>
                    <a:lnTo>
                      <a:pt x="190500" y="31750"/>
                    </a:lnTo>
                    <a:lnTo>
                      <a:pt x="184150" y="34925"/>
                    </a:lnTo>
                    <a:lnTo>
                      <a:pt x="184150" y="34925"/>
                    </a:lnTo>
                    <a:lnTo>
                      <a:pt x="19050" y="34925"/>
                    </a:lnTo>
                    <a:lnTo>
                      <a:pt x="19050" y="34925"/>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50" name="Freeform 28"/>
              <p:cNvSpPr/>
              <p:nvPr/>
            </p:nvSpPr>
            <p:spPr>
              <a:xfrm>
                <a:off x="6367463" y="1012825"/>
                <a:ext cx="200025" cy="34925"/>
              </a:xfrm>
              <a:custGeom>
                <a:avLst/>
                <a:gdLst/>
                <a:ahLst/>
                <a:cxnLst/>
                <a:rect l="0" t="0" r="r" b="b"/>
                <a:pathLst>
                  <a:path w="200025" h="34925">
                    <a:moveTo>
                      <a:pt x="15875" y="34925"/>
                    </a:moveTo>
                    <a:lnTo>
                      <a:pt x="15875" y="34925"/>
                    </a:lnTo>
                    <a:lnTo>
                      <a:pt x="9525" y="31750"/>
                    </a:lnTo>
                    <a:lnTo>
                      <a:pt x="6350" y="28575"/>
                    </a:lnTo>
                    <a:lnTo>
                      <a:pt x="0" y="25400"/>
                    </a:lnTo>
                    <a:lnTo>
                      <a:pt x="0" y="19050"/>
                    </a:lnTo>
                    <a:lnTo>
                      <a:pt x="0" y="19050"/>
                    </a:lnTo>
                    <a:lnTo>
                      <a:pt x="0" y="19050"/>
                    </a:lnTo>
                    <a:lnTo>
                      <a:pt x="0" y="9525"/>
                    </a:lnTo>
                    <a:lnTo>
                      <a:pt x="6350" y="6350"/>
                    </a:lnTo>
                    <a:lnTo>
                      <a:pt x="9525" y="3175"/>
                    </a:lnTo>
                    <a:lnTo>
                      <a:pt x="15875" y="0"/>
                    </a:lnTo>
                    <a:lnTo>
                      <a:pt x="15875" y="0"/>
                    </a:lnTo>
                    <a:lnTo>
                      <a:pt x="184150" y="0"/>
                    </a:lnTo>
                    <a:lnTo>
                      <a:pt x="184150" y="0"/>
                    </a:lnTo>
                    <a:lnTo>
                      <a:pt x="190500" y="3175"/>
                    </a:lnTo>
                    <a:lnTo>
                      <a:pt x="193675" y="6350"/>
                    </a:lnTo>
                    <a:lnTo>
                      <a:pt x="196850" y="9525"/>
                    </a:lnTo>
                    <a:lnTo>
                      <a:pt x="200025" y="19050"/>
                    </a:lnTo>
                    <a:lnTo>
                      <a:pt x="200025" y="19050"/>
                    </a:lnTo>
                    <a:lnTo>
                      <a:pt x="200025" y="19050"/>
                    </a:lnTo>
                    <a:lnTo>
                      <a:pt x="196850" y="25400"/>
                    </a:lnTo>
                    <a:lnTo>
                      <a:pt x="193675" y="28575"/>
                    </a:lnTo>
                    <a:lnTo>
                      <a:pt x="190500" y="31750"/>
                    </a:lnTo>
                    <a:lnTo>
                      <a:pt x="184150" y="34925"/>
                    </a:lnTo>
                    <a:lnTo>
                      <a:pt x="184150" y="34925"/>
                    </a:lnTo>
                    <a:lnTo>
                      <a:pt x="15875" y="34925"/>
                    </a:lnTo>
                    <a:lnTo>
                      <a:pt x="15875" y="34925"/>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51" name="Freeform 29"/>
              <p:cNvSpPr/>
              <p:nvPr/>
            </p:nvSpPr>
            <p:spPr>
              <a:xfrm>
                <a:off x="6370638" y="1060450"/>
                <a:ext cx="200025" cy="34925"/>
              </a:xfrm>
              <a:custGeom>
                <a:avLst/>
                <a:gdLst/>
                <a:ahLst/>
                <a:cxnLst/>
                <a:rect l="0" t="0" r="r" b="b"/>
                <a:pathLst>
                  <a:path w="200025" h="34925">
                    <a:moveTo>
                      <a:pt x="19050" y="34925"/>
                    </a:moveTo>
                    <a:lnTo>
                      <a:pt x="19050" y="34925"/>
                    </a:lnTo>
                    <a:lnTo>
                      <a:pt x="12700" y="31750"/>
                    </a:lnTo>
                    <a:lnTo>
                      <a:pt x="6350" y="28575"/>
                    </a:lnTo>
                    <a:lnTo>
                      <a:pt x="3175" y="25400"/>
                    </a:lnTo>
                    <a:lnTo>
                      <a:pt x="0" y="19050"/>
                    </a:lnTo>
                    <a:lnTo>
                      <a:pt x="0" y="19050"/>
                    </a:lnTo>
                    <a:lnTo>
                      <a:pt x="0" y="19050"/>
                    </a:lnTo>
                    <a:lnTo>
                      <a:pt x="3175" y="12700"/>
                    </a:lnTo>
                    <a:lnTo>
                      <a:pt x="6350" y="6350"/>
                    </a:lnTo>
                    <a:lnTo>
                      <a:pt x="12700" y="3175"/>
                    </a:lnTo>
                    <a:lnTo>
                      <a:pt x="19050" y="0"/>
                    </a:lnTo>
                    <a:lnTo>
                      <a:pt x="19050" y="0"/>
                    </a:lnTo>
                    <a:lnTo>
                      <a:pt x="184150" y="0"/>
                    </a:lnTo>
                    <a:lnTo>
                      <a:pt x="184150" y="0"/>
                    </a:lnTo>
                    <a:lnTo>
                      <a:pt x="190500" y="3175"/>
                    </a:lnTo>
                    <a:lnTo>
                      <a:pt x="196850" y="6350"/>
                    </a:lnTo>
                    <a:lnTo>
                      <a:pt x="200025" y="12700"/>
                    </a:lnTo>
                    <a:lnTo>
                      <a:pt x="200025" y="19050"/>
                    </a:lnTo>
                    <a:lnTo>
                      <a:pt x="200025" y="19050"/>
                    </a:lnTo>
                    <a:lnTo>
                      <a:pt x="200025" y="19050"/>
                    </a:lnTo>
                    <a:lnTo>
                      <a:pt x="200025" y="25400"/>
                    </a:lnTo>
                    <a:lnTo>
                      <a:pt x="196850" y="28575"/>
                    </a:lnTo>
                    <a:lnTo>
                      <a:pt x="190500" y="31750"/>
                    </a:lnTo>
                    <a:lnTo>
                      <a:pt x="184150" y="34925"/>
                    </a:lnTo>
                    <a:lnTo>
                      <a:pt x="184150" y="34925"/>
                    </a:lnTo>
                    <a:lnTo>
                      <a:pt x="19050" y="34925"/>
                    </a:lnTo>
                    <a:lnTo>
                      <a:pt x="19050" y="34925"/>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grpSp>
        <p:nvGrpSpPr>
          <p:cNvPr id="54" name="组合 53"/>
          <p:cNvGrpSpPr/>
          <p:nvPr/>
        </p:nvGrpSpPr>
        <p:grpSpPr>
          <a:xfrm>
            <a:off x="3898249" y="4778088"/>
            <a:ext cx="718248" cy="718244"/>
            <a:chOff x="4641550" y="2233932"/>
            <a:chExt cx="587801" cy="587801"/>
          </a:xfrm>
        </p:grpSpPr>
        <p:grpSp>
          <p:nvGrpSpPr>
            <p:cNvPr id="55" name="组合 54"/>
            <p:cNvGrpSpPr/>
            <p:nvPr/>
          </p:nvGrpSpPr>
          <p:grpSpPr>
            <a:xfrm>
              <a:off x="4641550" y="2233932"/>
              <a:ext cx="587801" cy="587801"/>
              <a:chOff x="304800" y="673100"/>
              <a:chExt cx="4000500" cy="4000500"/>
            </a:xfrm>
            <a:effectLst>
              <a:outerShdw blurRad="444500" dist="254000" dir="8100000" algn="tr" rotWithShape="0">
                <a:srgbClr val="000000">
                  <a:alpha val="50000"/>
                </a:srgbClr>
              </a:outerShdw>
            </a:effectLst>
          </p:grpSpPr>
          <p:sp>
            <p:nvSpPr>
              <p:cNvPr id="59" name="同心圆 15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60" name="椭圆 59"/>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nvGrpSpPr>
            <p:cNvPr id="56" name="组合 55"/>
            <p:cNvGrpSpPr/>
            <p:nvPr/>
          </p:nvGrpSpPr>
          <p:grpSpPr>
            <a:xfrm>
              <a:off x="4817013" y="2396824"/>
              <a:ext cx="253510" cy="262016"/>
              <a:chOff x="2649538" y="2673350"/>
              <a:chExt cx="473075" cy="488950"/>
            </a:xfrm>
            <a:solidFill>
              <a:schemeClr val="accent2"/>
            </a:solidFill>
          </p:grpSpPr>
          <p:sp>
            <p:nvSpPr>
              <p:cNvPr id="57" name="Freeform 64"/>
              <p:cNvSpPr/>
              <p:nvPr/>
            </p:nvSpPr>
            <p:spPr>
              <a:xfrm>
                <a:off x="2887663" y="2673350"/>
                <a:ext cx="234950" cy="488950"/>
              </a:xfrm>
              <a:custGeom>
                <a:avLst/>
                <a:gdLst/>
                <a:ahLst/>
                <a:cxnLst/>
                <a:rect l="0" t="0" r="r" b="b"/>
                <a:pathLst>
                  <a:path w="234950" h="488950">
                    <a:moveTo>
                      <a:pt x="139700" y="231775"/>
                    </a:moveTo>
                    <a:lnTo>
                      <a:pt x="234950" y="231775"/>
                    </a:lnTo>
                    <a:lnTo>
                      <a:pt x="234950" y="231775"/>
                    </a:lnTo>
                    <a:lnTo>
                      <a:pt x="231775" y="209550"/>
                    </a:lnTo>
                    <a:lnTo>
                      <a:pt x="228600" y="184150"/>
                    </a:lnTo>
                    <a:lnTo>
                      <a:pt x="222250" y="161925"/>
                    </a:lnTo>
                    <a:lnTo>
                      <a:pt x="212725" y="136525"/>
                    </a:lnTo>
                    <a:lnTo>
                      <a:pt x="127000" y="136525"/>
                    </a:lnTo>
                    <a:lnTo>
                      <a:pt x="127000" y="136525"/>
                    </a:lnTo>
                    <a:lnTo>
                      <a:pt x="136525" y="184150"/>
                    </a:lnTo>
                    <a:lnTo>
                      <a:pt x="139700" y="231775"/>
                    </a:lnTo>
                    <a:lnTo>
                      <a:pt x="139700" y="231775"/>
                    </a:lnTo>
                    <a:close/>
                    <a:moveTo>
                      <a:pt x="76200" y="66675"/>
                    </a:moveTo>
                    <a:lnTo>
                      <a:pt x="76200" y="66675"/>
                    </a:lnTo>
                    <a:lnTo>
                      <a:pt x="60325" y="41275"/>
                    </a:lnTo>
                    <a:lnTo>
                      <a:pt x="41275" y="19050"/>
                    </a:lnTo>
                    <a:lnTo>
                      <a:pt x="22225" y="6350"/>
                    </a:lnTo>
                    <a:lnTo>
                      <a:pt x="0" y="0"/>
                    </a:lnTo>
                    <a:lnTo>
                      <a:pt x="0" y="117475"/>
                    </a:lnTo>
                    <a:lnTo>
                      <a:pt x="98425" y="117475"/>
                    </a:lnTo>
                    <a:lnTo>
                      <a:pt x="98425" y="117475"/>
                    </a:lnTo>
                    <a:lnTo>
                      <a:pt x="88900" y="92075"/>
                    </a:lnTo>
                    <a:lnTo>
                      <a:pt x="76200" y="66675"/>
                    </a:lnTo>
                    <a:lnTo>
                      <a:pt x="76200" y="66675"/>
                    </a:lnTo>
                    <a:close/>
                    <a:moveTo>
                      <a:pt x="101600" y="136525"/>
                    </a:moveTo>
                    <a:lnTo>
                      <a:pt x="0" y="136525"/>
                    </a:lnTo>
                    <a:lnTo>
                      <a:pt x="0" y="231775"/>
                    </a:lnTo>
                    <a:lnTo>
                      <a:pt x="114300" y="231775"/>
                    </a:lnTo>
                    <a:lnTo>
                      <a:pt x="114300" y="231775"/>
                    </a:lnTo>
                    <a:lnTo>
                      <a:pt x="111125" y="184150"/>
                    </a:lnTo>
                    <a:lnTo>
                      <a:pt x="101600" y="136525"/>
                    </a:lnTo>
                    <a:lnTo>
                      <a:pt x="101600" y="136525"/>
                    </a:lnTo>
                    <a:close/>
                    <a:moveTo>
                      <a:pt x="123825" y="117475"/>
                    </a:moveTo>
                    <a:lnTo>
                      <a:pt x="200025" y="117475"/>
                    </a:lnTo>
                    <a:lnTo>
                      <a:pt x="200025" y="117475"/>
                    </a:lnTo>
                    <a:lnTo>
                      <a:pt x="190500" y="101600"/>
                    </a:lnTo>
                    <a:lnTo>
                      <a:pt x="174625" y="82550"/>
                    </a:lnTo>
                    <a:lnTo>
                      <a:pt x="158750" y="66675"/>
                    </a:lnTo>
                    <a:lnTo>
                      <a:pt x="142875" y="50800"/>
                    </a:lnTo>
                    <a:lnTo>
                      <a:pt x="127000" y="38100"/>
                    </a:lnTo>
                    <a:lnTo>
                      <a:pt x="107950" y="28575"/>
                    </a:lnTo>
                    <a:lnTo>
                      <a:pt x="85725" y="19050"/>
                    </a:lnTo>
                    <a:lnTo>
                      <a:pt x="66675" y="9525"/>
                    </a:lnTo>
                    <a:lnTo>
                      <a:pt x="66675" y="9525"/>
                    </a:lnTo>
                    <a:lnTo>
                      <a:pt x="82550" y="31750"/>
                    </a:lnTo>
                    <a:lnTo>
                      <a:pt x="98425" y="57150"/>
                    </a:lnTo>
                    <a:lnTo>
                      <a:pt x="98425" y="57150"/>
                    </a:lnTo>
                    <a:lnTo>
                      <a:pt x="111125" y="85725"/>
                    </a:lnTo>
                    <a:lnTo>
                      <a:pt x="123825" y="117475"/>
                    </a:lnTo>
                    <a:lnTo>
                      <a:pt x="123825" y="117475"/>
                    </a:lnTo>
                    <a:close/>
                    <a:moveTo>
                      <a:pt x="98425" y="431800"/>
                    </a:moveTo>
                    <a:lnTo>
                      <a:pt x="98425" y="431800"/>
                    </a:lnTo>
                    <a:lnTo>
                      <a:pt x="82550" y="457200"/>
                    </a:lnTo>
                    <a:lnTo>
                      <a:pt x="66675" y="479425"/>
                    </a:lnTo>
                    <a:lnTo>
                      <a:pt x="66675" y="479425"/>
                    </a:lnTo>
                    <a:lnTo>
                      <a:pt x="85725" y="469900"/>
                    </a:lnTo>
                    <a:lnTo>
                      <a:pt x="107950" y="460375"/>
                    </a:lnTo>
                    <a:lnTo>
                      <a:pt x="127000" y="447675"/>
                    </a:lnTo>
                    <a:lnTo>
                      <a:pt x="146050" y="434975"/>
                    </a:lnTo>
                    <a:lnTo>
                      <a:pt x="161925" y="419100"/>
                    </a:lnTo>
                    <a:lnTo>
                      <a:pt x="177800" y="403225"/>
                    </a:lnTo>
                    <a:lnTo>
                      <a:pt x="190500" y="384175"/>
                    </a:lnTo>
                    <a:lnTo>
                      <a:pt x="203200" y="365125"/>
                    </a:lnTo>
                    <a:lnTo>
                      <a:pt x="123825" y="365125"/>
                    </a:lnTo>
                    <a:lnTo>
                      <a:pt x="123825" y="365125"/>
                    </a:lnTo>
                    <a:lnTo>
                      <a:pt x="111125" y="400050"/>
                    </a:lnTo>
                    <a:lnTo>
                      <a:pt x="98425" y="431800"/>
                    </a:lnTo>
                    <a:lnTo>
                      <a:pt x="98425" y="431800"/>
                    </a:lnTo>
                    <a:close/>
                    <a:moveTo>
                      <a:pt x="139700" y="250825"/>
                    </a:moveTo>
                    <a:lnTo>
                      <a:pt x="139700" y="250825"/>
                    </a:lnTo>
                    <a:lnTo>
                      <a:pt x="136525" y="301625"/>
                    </a:lnTo>
                    <a:lnTo>
                      <a:pt x="127000" y="346075"/>
                    </a:lnTo>
                    <a:lnTo>
                      <a:pt x="212725" y="346075"/>
                    </a:lnTo>
                    <a:lnTo>
                      <a:pt x="212725" y="346075"/>
                    </a:lnTo>
                    <a:lnTo>
                      <a:pt x="222250" y="323850"/>
                    </a:lnTo>
                    <a:lnTo>
                      <a:pt x="228600" y="301625"/>
                    </a:lnTo>
                    <a:lnTo>
                      <a:pt x="234950" y="276225"/>
                    </a:lnTo>
                    <a:lnTo>
                      <a:pt x="234950" y="250825"/>
                    </a:lnTo>
                    <a:lnTo>
                      <a:pt x="139700" y="250825"/>
                    </a:lnTo>
                    <a:close/>
                    <a:moveTo>
                      <a:pt x="114300" y="250825"/>
                    </a:moveTo>
                    <a:lnTo>
                      <a:pt x="0" y="250825"/>
                    </a:lnTo>
                    <a:lnTo>
                      <a:pt x="0" y="346075"/>
                    </a:lnTo>
                    <a:lnTo>
                      <a:pt x="104775" y="346075"/>
                    </a:lnTo>
                    <a:lnTo>
                      <a:pt x="104775" y="346075"/>
                    </a:lnTo>
                    <a:lnTo>
                      <a:pt x="111125" y="301625"/>
                    </a:lnTo>
                    <a:lnTo>
                      <a:pt x="114300" y="250825"/>
                    </a:lnTo>
                    <a:lnTo>
                      <a:pt x="114300" y="250825"/>
                    </a:lnTo>
                    <a:close/>
                    <a:moveTo>
                      <a:pt x="98425" y="365125"/>
                    </a:moveTo>
                    <a:lnTo>
                      <a:pt x="0" y="365125"/>
                    </a:lnTo>
                    <a:lnTo>
                      <a:pt x="0" y="488950"/>
                    </a:lnTo>
                    <a:lnTo>
                      <a:pt x="0" y="488950"/>
                    </a:lnTo>
                    <a:lnTo>
                      <a:pt x="22225" y="482600"/>
                    </a:lnTo>
                    <a:lnTo>
                      <a:pt x="41275" y="469900"/>
                    </a:lnTo>
                    <a:lnTo>
                      <a:pt x="60325" y="447675"/>
                    </a:lnTo>
                    <a:lnTo>
                      <a:pt x="76200" y="422275"/>
                    </a:lnTo>
                    <a:lnTo>
                      <a:pt x="76200" y="422275"/>
                    </a:lnTo>
                    <a:lnTo>
                      <a:pt x="88900" y="396875"/>
                    </a:lnTo>
                    <a:lnTo>
                      <a:pt x="98425" y="365125"/>
                    </a:lnTo>
                    <a:lnTo>
                      <a:pt x="98425" y="365125"/>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58" name="Freeform 65"/>
              <p:cNvSpPr/>
              <p:nvPr/>
            </p:nvSpPr>
            <p:spPr>
              <a:xfrm>
                <a:off x="2649538" y="2673350"/>
                <a:ext cx="203200" cy="488950"/>
              </a:xfrm>
              <a:custGeom>
                <a:avLst/>
                <a:gdLst/>
                <a:ahLst/>
                <a:cxnLst/>
                <a:rect l="0" t="0" r="r" b="b"/>
                <a:pathLst>
                  <a:path w="203200" h="488950">
                    <a:moveTo>
                      <a:pt x="203200" y="488950"/>
                    </a:moveTo>
                    <a:lnTo>
                      <a:pt x="203200" y="0"/>
                    </a:lnTo>
                    <a:lnTo>
                      <a:pt x="161925" y="0"/>
                    </a:lnTo>
                    <a:lnTo>
                      <a:pt x="161925" y="22225"/>
                    </a:lnTo>
                    <a:lnTo>
                      <a:pt x="161925" y="22225"/>
                    </a:lnTo>
                    <a:lnTo>
                      <a:pt x="127000" y="25400"/>
                    </a:lnTo>
                    <a:lnTo>
                      <a:pt x="98425" y="34925"/>
                    </a:lnTo>
                    <a:lnTo>
                      <a:pt x="73025" y="47625"/>
                    </a:lnTo>
                    <a:lnTo>
                      <a:pt x="53975" y="63500"/>
                    </a:lnTo>
                    <a:lnTo>
                      <a:pt x="53975" y="63500"/>
                    </a:lnTo>
                    <a:lnTo>
                      <a:pt x="38100" y="79375"/>
                    </a:lnTo>
                    <a:lnTo>
                      <a:pt x="25400" y="101600"/>
                    </a:lnTo>
                    <a:lnTo>
                      <a:pt x="19050" y="123825"/>
                    </a:lnTo>
                    <a:lnTo>
                      <a:pt x="15875" y="149225"/>
                    </a:lnTo>
                    <a:lnTo>
                      <a:pt x="15875" y="149225"/>
                    </a:lnTo>
                    <a:lnTo>
                      <a:pt x="19050" y="168275"/>
                    </a:lnTo>
                    <a:lnTo>
                      <a:pt x="22225" y="184150"/>
                    </a:lnTo>
                    <a:lnTo>
                      <a:pt x="28575" y="200025"/>
                    </a:lnTo>
                    <a:lnTo>
                      <a:pt x="34925" y="212725"/>
                    </a:lnTo>
                    <a:lnTo>
                      <a:pt x="34925" y="212725"/>
                    </a:lnTo>
                    <a:lnTo>
                      <a:pt x="53975" y="238125"/>
                    </a:lnTo>
                    <a:lnTo>
                      <a:pt x="66675" y="244475"/>
                    </a:lnTo>
                    <a:lnTo>
                      <a:pt x="79375" y="250825"/>
                    </a:lnTo>
                    <a:lnTo>
                      <a:pt x="79375" y="250825"/>
                    </a:lnTo>
                    <a:lnTo>
                      <a:pt x="111125" y="266700"/>
                    </a:lnTo>
                    <a:lnTo>
                      <a:pt x="161925" y="279400"/>
                    </a:lnTo>
                    <a:lnTo>
                      <a:pt x="161925" y="384175"/>
                    </a:lnTo>
                    <a:lnTo>
                      <a:pt x="161925" y="384175"/>
                    </a:lnTo>
                    <a:lnTo>
                      <a:pt x="142875" y="374650"/>
                    </a:lnTo>
                    <a:lnTo>
                      <a:pt x="133350" y="361950"/>
                    </a:lnTo>
                    <a:lnTo>
                      <a:pt x="133350" y="361950"/>
                    </a:lnTo>
                    <a:lnTo>
                      <a:pt x="123825" y="346075"/>
                    </a:lnTo>
                    <a:lnTo>
                      <a:pt x="117475" y="320675"/>
                    </a:lnTo>
                    <a:lnTo>
                      <a:pt x="0" y="333375"/>
                    </a:lnTo>
                    <a:lnTo>
                      <a:pt x="0" y="333375"/>
                    </a:lnTo>
                    <a:lnTo>
                      <a:pt x="6350" y="361950"/>
                    </a:lnTo>
                    <a:lnTo>
                      <a:pt x="15875" y="384175"/>
                    </a:lnTo>
                    <a:lnTo>
                      <a:pt x="15875" y="384175"/>
                    </a:lnTo>
                    <a:lnTo>
                      <a:pt x="28575" y="403225"/>
                    </a:lnTo>
                    <a:lnTo>
                      <a:pt x="44450" y="422275"/>
                    </a:lnTo>
                    <a:lnTo>
                      <a:pt x="44450" y="422275"/>
                    </a:lnTo>
                    <a:lnTo>
                      <a:pt x="66675" y="438150"/>
                    </a:lnTo>
                    <a:lnTo>
                      <a:pt x="92075" y="450850"/>
                    </a:lnTo>
                    <a:lnTo>
                      <a:pt x="92075" y="450850"/>
                    </a:lnTo>
                    <a:lnTo>
                      <a:pt x="123825" y="457200"/>
                    </a:lnTo>
                    <a:lnTo>
                      <a:pt x="161925" y="463550"/>
                    </a:lnTo>
                    <a:lnTo>
                      <a:pt x="161925" y="488950"/>
                    </a:lnTo>
                    <a:lnTo>
                      <a:pt x="203200" y="488950"/>
                    </a:lnTo>
                    <a:close/>
                    <a:moveTo>
                      <a:pt x="136525" y="158750"/>
                    </a:moveTo>
                    <a:lnTo>
                      <a:pt x="136525" y="158750"/>
                    </a:lnTo>
                    <a:lnTo>
                      <a:pt x="130175" y="146050"/>
                    </a:lnTo>
                    <a:lnTo>
                      <a:pt x="127000" y="136525"/>
                    </a:lnTo>
                    <a:lnTo>
                      <a:pt x="127000" y="136525"/>
                    </a:lnTo>
                    <a:lnTo>
                      <a:pt x="130175" y="123825"/>
                    </a:lnTo>
                    <a:lnTo>
                      <a:pt x="136525" y="114300"/>
                    </a:lnTo>
                    <a:lnTo>
                      <a:pt x="136525" y="114300"/>
                    </a:lnTo>
                    <a:lnTo>
                      <a:pt x="146050" y="104775"/>
                    </a:lnTo>
                    <a:lnTo>
                      <a:pt x="161925" y="98425"/>
                    </a:lnTo>
                    <a:lnTo>
                      <a:pt x="161925" y="174625"/>
                    </a:lnTo>
                    <a:lnTo>
                      <a:pt x="161925" y="174625"/>
                    </a:lnTo>
                    <a:lnTo>
                      <a:pt x="146050" y="168275"/>
                    </a:lnTo>
                    <a:lnTo>
                      <a:pt x="136525" y="158750"/>
                    </a:lnTo>
                    <a:lnTo>
                      <a:pt x="136525" y="15875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grpSp>
        <p:nvGrpSpPr>
          <p:cNvPr id="61" name="组合 60"/>
          <p:cNvGrpSpPr/>
          <p:nvPr/>
        </p:nvGrpSpPr>
        <p:grpSpPr>
          <a:xfrm>
            <a:off x="7686209" y="4778088"/>
            <a:ext cx="718248" cy="718244"/>
            <a:chOff x="7295182" y="844480"/>
            <a:chExt cx="940373" cy="940368"/>
          </a:xfrm>
        </p:grpSpPr>
        <p:grpSp>
          <p:nvGrpSpPr>
            <p:cNvPr id="62" name="组合 61"/>
            <p:cNvGrpSpPr/>
            <p:nvPr/>
          </p:nvGrpSpPr>
          <p:grpSpPr>
            <a:xfrm>
              <a:off x="7295182" y="844480"/>
              <a:ext cx="940373" cy="940368"/>
              <a:chOff x="304800" y="673100"/>
              <a:chExt cx="4000500" cy="4000500"/>
            </a:xfrm>
            <a:effectLst>
              <a:outerShdw blurRad="444500" dist="254000" dir="8100000" algn="tr" rotWithShape="0">
                <a:srgbClr val="000000">
                  <a:alpha val="50000"/>
                </a:srgbClr>
              </a:outerShdw>
            </a:effectLst>
          </p:grpSpPr>
          <p:sp>
            <p:nvSpPr>
              <p:cNvPr id="69" name="同心圆 14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70" name="椭圆 69"/>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nvGrpSpPr>
            <p:cNvPr id="63" name="组合 62"/>
            <p:cNvGrpSpPr/>
            <p:nvPr/>
          </p:nvGrpSpPr>
          <p:grpSpPr>
            <a:xfrm>
              <a:off x="7580203" y="1155637"/>
              <a:ext cx="370330" cy="356194"/>
              <a:chOff x="5620785" y="1345778"/>
              <a:chExt cx="207963" cy="200025"/>
            </a:xfrm>
            <a:solidFill>
              <a:schemeClr val="accent6"/>
            </a:solidFill>
          </p:grpSpPr>
          <p:sp>
            <p:nvSpPr>
              <p:cNvPr id="64" name="Freeform 424"/>
              <p:cNvSpPr/>
              <p:nvPr/>
            </p:nvSpPr>
            <p:spPr>
              <a:xfrm>
                <a:off x="5658885" y="1345778"/>
                <a:ext cx="23813" cy="41275"/>
              </a:xfrm>
              <a:custGeom>
                <a:avLst/>
                <a:gdLst/>
                <a:ahLst/>
                <a:cxnLst/>
                <a:rect l="0" t="0" r="r" b="b"/>
                <a:pathLst>
                  <a:path w="23813" h="41275">
                    <a:moveTo>
                      <a:pt x="4763" y="41275"/>
                    </a:moveTo>
                    <a:lnTo>
                      <a:pt x="19050" y="41275"/>
                    </a:lnTo>
                    <a:lnTo>
                      <a:pt x="19050" y="41275"/>
                    </a:lnTo>
                    <a:lnTo>
                      <a:pt x="22225" y="39688"/>
                    </a:lnTo>
                    <a:lnTo>
                      <a:pt x="23813" y="36513"/>
                    </a:lnTo>
                    <a:lnTo>
                      <a:pt x="23813" y="3175"/>
                    </a:lnTo>
                    <a:lnTo>
                      <a:pt x="23813" y="3175"/>
                    </a:lnTo>
                    <a:lnTo>
                      <a:pt x="22225" y="0"/>
                    </a:lnTo>
                    <a:lnTo>
                      <a:pt x="19050" y="0"/>
                    </a:lnTo>
                    <a:lnTo>
                      <a:pt x="4763" y="0"/>
                    </a:lnTo>
                    <a:lnTo>
                      <a:pt x="4763" y="0"/>
                    </a:lnTo>
                    <a:lnTo>
                      <a:pt x="1588" y="0"/>
                    </a:lnTo>
                    <a:lnTo>
                      <a:pt x="0" y="3175"/>
                    </a:lnTo>
                    <a:lnTo>
                      <a:pt x="0" y="36513"/>
                    </a:lnTo>
                    <a:lnTo>
                      <a:pt x="0" y="36513"/>
                    </a:lnTo>
                    <a:lnTo>
                      <a:pt x="1588" y="39688"/>
                    </a:lnTo>
                    <a:lnTo>
                      <a:pt x="4763" y="41275"/>
                    </a:lnTo>
                    <a:lnTo>
                      <a:pt x="4763" y="41275"/>
                    </a:lnTo>
                    <a:close/>
                  </a:path>
                </a:pathLst>
              </a:custGeom>
              <a:solidFill>
                <a:schemeClr val="accent3"/>
              </a:solid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65" name="Freeform 425"/>
              <p:cNvSpPr/>
              <p:nvPr/>
            </p:nvSpPr>
            <p:spPr>
              <a:xfrm>
                <a:off x="5766835" y="1345778"/>
                <a:ext cx="23813" cy="41275"/>
              </a:xfrm>
              <a:custGeom>
                <a:avLst/>
                <a:gdLst/>
                <a:ahLst/>
                <a:cxnLst/>
                <a:rect l="0" t="0" r="r" b="b"/>
                <a:pathLst>
                  <a:path w="23813" h="41275">
                    <a:moveTo>
                      <a:pt x="4763" y="41275"/>
                    </a:moveTo>
                    <a:lnTo>
                      <a:pt x="19050" y="41275"/>
                    </a:lnTo>
                    <a:lnTo>
                      <a:pt x="19050" y="41275"/>
                    </a:lnTo>
                    <a:lnTo>
                      <a:pt x="22225" y="39688"/>
                    </a:lnTo>
                    <a:lnTo>
                      <a:pt x="23813" y="36513"/>
                    </a:lnTo>
                    <a:lnTo>
                      <a:pt x="23813" y="3175"/>
                    </a:lnTo>
                    <a:lnTo>
                      <a:pt x="23813" y="3175"/>
                    </a:lnTo>
                    <a:lnTo>
                      <a:pt x="22225" y="0"/>
                    </a:lnTo>
                    <a:lnTo>
                      <a:pt x="19050" y="0"/>
                    </a:lnTo>
                    <a:lnTo>
                      <a:pt x="4763" y="0"/>
                    </a:lnTo>
                    <a:lnTo>
                      <a:pt x="4763" y="0"/>
                    </a:lnTo>
                    <a:lnTo>
                      <a:pt x="1588" y="0"/>
                    </a:lnTo>
                    <a:lnTo>
                      <a:pt x="0" y="3175"/>
                    </a:lnTo>
                    <a:lnTo>
                      <a:pt x="0" y="36513"/>
                    </a:lnTo>
                    <a:lnTo>
                      <a:pt x="0" y="36513"/>
                    </a:lnTo>
                    <a:lnTo>
                      <a:pt x="1588" y="39688"/>
                    </a:lnTo>
                    <a:lnTo>
                      <a:pt x="4763" y="41275"/>
                    </a:lnTo>
                    <a:lnTo>
                      <a:pt x="4763" y="41275"/>
                    </a:lnTo>
                    <a:close/>
                  </a:path>
                </a:pathLst>
              </a:custGeom>
              <a:solidFill>
                <a:schemeClr val="accent3"/>
              </a:solid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66" name="Freeform 426"/>
              <p:cNvSpPr/>
              <p:nvPr/>
            </p:nvSpPr>
            <p:spPr>
              <a:xfrm>
                <a:off x="5620785" y="1361653"/>
                <a:ext cx="207963" cy="184150"/>
              </a:xfrm>
              <a:custGeom>
                <a:avLst/>
                <a:gdLst/>
                <a:ahLst/>
                <a:cxnLst/>
                <a:rect l="0" t="0" r="r" b="b"/>
                <a:pathLst>
                  <a:path w="207963" h="184150">
                    <a:moveTo>
                      <a:pt x="184150" y="0"/>
                    </a:moveTo>
                    <a:lnTo>
                      <a:pt x="177800" y="0"/>
                    </a:lnTo>
                    <a:lnTo>
                      <a:pt x="177800" y="20638"/>
                    </a:lnTo>
                    <a:lnTo>
                      <a:pt x="177800" y="20638"/>
                    </a:lnTo>
                    <a:lnTo>
                      <a:pt x="177800" y="25400"/>
                    </a:lnTo>
                    <a:lnTo>
                      <a:pt x="174625" y="30163"/>
                    </a:lnTo>
                    <a:lnTo>
                      <a:pt x="169863" y="33338"/>
                    </a:lnTo>
                    <a:lnTo>
                      <a:pt x="165100" y="33338"/>
                    </a:lnTo>
                    <a:lnTo>
                      <a:pt x="150813" y="33338"/>
                    </a:lnTo>
                    <a:lnTo>
                      <a:pt x="150813" y="33338"/>
                    </a:lnTo>
                    <a:lnTo>
                      <a:pt x="146050" y="33338"/>
                    </a:lnTo>
                    <a:lnTo>
                      <a:pt x="141288" y="30163"/>
                    </a:lnTo>
                    <a:lnTo>
                      <a:pt x="139700" y="25400"/>
                    </a:lnTo>
                    <a:lnTo>
                      <a:pt x="138113" y="20638"/>
                    </a:lnTo>
                    <a:lnTo>
                      <a:pt x="138113" y="0"/>
                    </a:lnTo>
                    <a:lnTo>
                      <a:pt x="69850" y="0"/>
                    </a:lnTo>
                    <a:lnTo>
                      <a:pt x="69850" y="20638"/>
                    </a:lnTo>
                    <a:lnTo>
                      <a:pt x="69850" y="20638"/>
                    </a:lnTo>
                    <a:lnTo>
                      <a:pt x="68263" y="25400"/>
                    </a:lnTo>
                    <a:lnTo>
                      <a:pt x="66675" y="30163"/>
                    </a:lnTo>
                    <a:lnTo>
                      <a:pt x="61913" y="33338"/>
                    </a:lnTo>
                    <a:lnTo>
                      <a:pt x="57150" y="33338"/>
                    </a:lnTo>
                    <a:lnTo>
                      <a:pt x="42863" y="33338"/>
                    </a:lnTo>
                    <a:lnTo>
                      <a:pt x="42863" y="33338"/>
                    </a:lnTo>
                    <a:lnTo>
                      <a:pt x="38100" y="33338"/>
                    </a:lnTo>
                    <a:lnTo>
                      <a:pt x="33338" y="30163"/>
                    </a:lnTo>
                    <a:lnTo>
                      <a:pt x="30163" y="25400"/>
                    </a:lnTo>
                    <a:lnTo>
                      <a:pt x="30163" y="20638"/>
                    </a:lnTo>
                    <a:lnTo>
                      <a:pt x="30163" y="0"/>
                    </a:lnTo>
                    <a:lnTo>
                      <a:pt x="23813" y="0"/>
                    </a:lnTo>
                    <a:lnTo>
                      <a:pt x="23813" y="0"/>
                    </a:lnTo>
                    <a:lnTo>
                      <a:pt x="19050" y="0"/>
                    </a:lnTo>
                    <a:lnTo>
                      <a:pt x="15875" y="1588"/>
                    </a:lnTo>
                    <a:lnTo>
                      <a:pt x="7938" y="6350"/>
                    </a:lnTo>
                    <a:lnTo>
                      <a:pt x="1588" y="14288"/>
                    </a:lnTo>
                    <a:lnTo>
                      <a:pt x="1588" y="19050"/>
                    </a:lnTo>
                    <a:lnTo>
                      <a:pt x="0" y="23813"/>
                    </a:lnTo>
                    <a:lnTo>
                      <a:pt x="0" y="69850"/>
                    </a:lnTo>
                    <a:lnTo>
                      <a:pt x="0" y="160338"/>
                    </a:lnTo>
                    <a:lnTo>
                      <a:pt x="0" y="160338"/>
                    </a:lnTo>
                    <a:lnTo>
                      <a:pt x="1588" y="165100"/>
                    </a:lnTo>
                    <a:lnTo>
                      <a:pt x="1588" y="169863"/>
                    </a:lnTo>
                    <a:lnTo>
                      <a:pt x="7938" y="177800"/>
                    </a:lnTo>
                    <a:lnTo>
                      <a:pt x="15875" y="182563"/>
                    </a:lnTo>
                    <a:lnTo>
                      <a:pt x="19050" y="184150"/>
                    </a:lnTo>
                    <a:lnTo>
                      <a:pt x="23813" y="184150"/>
                    </a:lnTo>
                    <a:lnTo>
                      <a:pt x="184150" y="184150"/>
                    </a:lnTo>
                    <a:lnTo>
                      <a:pt x="184150" y="184150"/>
                    </a:lnTo>
                    <a:lnTo>
                      <a:pt x="188913" y="184150"/>
                    </a:lnTo>
                    <a:lnTo>
                      <a:pt x="192088" y="182563"/>
                    </a:lnTo>
                    <a:lnTo>
                      <a:pt x="200025" y="177800"/>
                    </a:lnTo>
                    <a:lnTo>
                      <a:pt x="204788" y="169863"/>
                    </a:lnTo>
                    <a:lnTo>
                      <a:pt x="206375" y="165100"/>
                    </a:lnTo>
                    <a:lnTo>
                      <a:pt x="207963" y="160338"/>
                    </a:lnTo>
                    <a:lnTo>
                      <a:pt x="207963" y="69850"/>
                    </a:lnTo>
                    <a:lnTo>
                      <a:pt x="207963" y="23813"/>
                    </a:lnTo>
                    <a:lnTo>
                      <a:pt x="207963" y="23813"/>
                    </a:lnTo>
                    <a:lnTo>
                      <a:pt x="206375" y="19050"/>
                    </a:lnTo>
                    <a:lnTo>
                      <a:pt x="204788" y="14288"/>
                    </a:lnTo>
                    <a:lnTo>
                      <a:pt x="200025" y="6350"/>
                    </a:lnTo>
                    <a:lnTo>
                      <a:pt x="192088" y="1588"/>
                    </a:lnTo>
                    <a:lnTo>
                      <a:pt x="188913" y="0"/>
                    </a:lnTo>
                    <a:lnTo>
                      <a:pt x="184150" y="0"/>
                    </a:lnTo>
                    <a:lnTo>
                      <a:pt x="184150" y="0"/>
                    </a:lnTo>
                    <a:close/>
                    <a:moveTo>
                      <a:pt x="192088" y="160338"/>
                    </a:moveTo>
                    <a:lnTo>
                      <a:pt x="192088" y="160338"/>
                    </a:lnTo>
                    <a:lnTo>
                      <a:pt x="192088" y="163513"/>
                    </a:lnTo>
                    <a:lnTo>
                      <a:pt x="188913" y="166688"/>
                    </a:lnTo>
                    <a:lnTo>
                      <a:pt x="187325" y="168275"/>
                    </a:lnTo>
                    <a:lnTo>
                      <a:pt x="184150" y="169863"/>
                    </a:lnTo>
                    <a:lnTo>
                      <a:pt x="23813" y="169863"/>
                    </a:lnTo>
                    <a:lnTo>
                      <a:pt x="23813" y="169863"/>
                    </a:lnTo>
                    <a:lnTo>
                      <a:pt x="20638" y="168275"/>
                    </a:lnTo>
                    <a:lnTo>
                      <a:pt x="19050" y="166688"/>
                    </a:lnTo>
                    <a:lnTo>
                      <a:pt x="15875" y="163513"/>
                    </a:lnTo>
                    <a:lnTo>
                      <a:pt x="15875" y="160338"/>
                    </a:lnTo>
                    <a:lnTo>
                      <a:pt x="15875" y="69850"/>
                    </a:lnTo>
                    <a:lnTo>
                      <a:pt x="192088" y="69850"/>
                    </a:lnTo>
                    <a:lnTo>
                      <a:pt x="192088" y="160338"/>
                    </a:lnTo>
                    <a:close/>
                  </a:path>
                </a:pathLst>
              </a:custGeom>
              <a:solidFill>
                <a:schemeClr val="accent3"/>
              </a:solid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67" name="Freeform 427"/>
              <p:cNvSpPr/>
              <p:nvPr/>
            </p:nvSpPr>
            <p:spPr>
              <a:xfrm>
                <a:off x="5674760" y="1447378"/>
                <a:ext cx="46038" cy="65088"/>
              </a:xfrm>
              <a:custGeom>
                <a:avLst/>
                <a:gdLst/>
                <a:ahLst/>
                <a:cxnLst/>
                <a:rect l="0" t="0" r="r" b="b"/>
                <a:pathLst>
                  <a:path w="46038" h="65088">
                    <a:moveTo>
                      <a:pt x="0" y="65088"/>
                    </a:moveTo>
                    <a:lnTo>
                      <a:pt x="0" y="55563"/>
                    </a:lnTo>
                    <a:lnTo>
                      <a:pt x="7938" y="49213"/>
                    </a:lnTo>
                    <a:lnTo>
                      <a:pt x="7938" y="49213"/>
                    </a:lnTo>
                    <a:lnTo>
                      <a:pt x="23813" y="33338"/>
                    </a:lnTo>
                    <a:lnTo>
                      <a:pt x="26988" y="26988"/>
                    </a:lnTo>
                    <a:lnTo>
                      <a:pt x="28575" y="22225"/>
                    </a:lnTo>
                    <a:lnTo>
                      <a:pt x="28575" y="22225"/>
                    </a:lnTo>
                    <a:lnTo>
                      <a:pt x="28575" y="17463"/>
                    </a:lnTo>
                    <a:lnTo>
                      <a:pt x="26988" y="15875"/>
                    </a:lnTo>
                    <a:lnTo>
                      <a:pt x="23813" y="12700"/>
                    </a:lnTo>
                    <a:lnTo>
                      <a:pt x="19050" y="12700"/>
                    </a:lnTo>
                    <a:lnTo>
                      <a:pt x="19050" y="12700"/>
                    </a:lnTo>
                    <a:lnTo>
                      <a:pt x="11113" y="14288"/>
                    </a:lnTo>
                    <a:lnTo>
                      <a:pt x="4763" y="17463"/>
                    </a:lnTo>
                    <a:lnTo>
                      <a:pt x="0" y="7938"/>
                    </a:lnTo>
                    <a:lnTo>
                      <a:pt x="0" y="7938"/>
                    </a:lnTo>
                    <a:lnTo>
                      <a:pt x="9525" y="3175"/>
                    </a:lnTo>
                    <a:lnTo>
                      <a:pt x="15875" y="1588"/>
                    </a:lnTo>
                    <a:lnTo>
                      <a:pt x="20638" y="0"/>
                    </a:lnTo>
                    <a:lnTo>
                      <a:pt x="20638" y="0"/>
                    </a:lnTo>
                    <a:lnTo>
                      <a:pt x="30163" y="1588"/>
                    </a:lnTo>
                    <a:lnTo>
                      <a:pt x="38100" y="6350"/>
                    </a:lnTo>
                    <a:lnTo>
                      <a:pt x="41275" y="12700"/>
                    </a:lnTo>
                    <a:lnTo>
                      <a:pt x="44450" y="20638"/>
                    </a:lnTo>
                    <a:lnTo>
                      <a:pt x="44450" y="20638"/>
                    </a:lnTo>
                    <a:lnTo>
                      <a:pt x="44450" y="28575"/>
                    </a:lnTo>
                    <a:lnTo>
                      <a:pt x="38100" y="34925"/>
                    </a:lnTo>
                    <a:lnTo>
                      <a:pt x="33338" y="41275"/>
                    </a:lnTo>
                    <a:lnTo>
                      <a:pt x="26988" y="47625"/>
                    </a:lnTo>
                    <a:lnTo>
                      <a:pt x="20638" y="52388"/>
                    </a:lnTo>
                    <a:lnTo>
                      <a:pt x="20638" y="52388"/>
                    </a:lnTo>
                    <a:lnTo>
                      <a:pt x="46038" y="52388"/>
                    </a:lnTo>
                    <a:lnTo>
                      <a:pt x="46038" y="65088"/>
                    </a:lnTo>
                    <a:lnTo>
                      <a:pt x="0" y="65088"/>
                    </a:lnTo>
                    <a:close/>
                  </a:path>
                </a:pathLst>
              </a:custGeom>
              <a:solidFill>
                <a:schemeClr val="accent3"/>
              </a:solid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68" name="Freeform 428"/>
              <p:cNvSpPr/>
              <p:nvPr/>
            </p:nvSpPr>
            <p:spPr>
              <a:xfrm>
                <a:off x="5730323" y="1448965"/>
                <a:ext cx="44450" cy="65088"/>
              </a:xfrm>
              <a:custGeom>
                <a:avLst/>
                <a:gdLst/>
                <a:ahLst/>
                <a:cxnLst/>
                <a:rect l="0" t="0" r="r" b="b"/>
                <a:pathLst>
                  <a:path w="44450" h="65088">
                    <a:moveTo>
                      <a:pt x="41275" y="12700"/>
                    </a:moveTo>
                    <a:lnTo>
                      <a:pt x="17463" y="12700"/>
                    </a:lnTo>
                    <a:lnTo>
                      <a:pt x="15875" y="22225"/>
                    </a:lnTo>
                    <a:lnTo>
                      <a:pt x="15875" y="22225"/>
                    </a:lnTo>
                    <a:lnTo>
                      <a:pt x="20638" y="22225"/>
                    </a:lnTo>
                    <a:lnTo>
                      <a:pt x="20638" y="22225"/>
                    </a:lnTo>
                    <a:lnTo>
                      <a:pt x="28575" y="22225"/>
                    </a:lnTo>
                    <a:lnTo>
                      <a:pt x="36513" y="26988"/>
                    </a:lnTo>
                    <a:lnTo>
                      <a:pt x="36513" y="26988"/>
                    </a:lnTo>
                    <a:lnTo>
                      <a:pt x="39688" y="28575"/>
                    </a:lnTo>
                    <a:lnTo>
                      <a:pt x="42863" y="33338"/>
                    </a:lnTo>
                    <a:lnTo>
                      <a:pt x="44450" y="36513"/>
                    </a:lnTo>
                    <a:lnTo>
                      <a:pt x="44450" y="42863"/>
                    </a:lnTo>
                    <a:lnTo>
                      <a:pt x="44450" y="42863"/>
                    </a:lnTo>
                    <a:lnTo>
                      <a:pt x="42863" y="50800"/>
                    </a:lnTo>
                    <a:lnTo>
                      <a:pt x="36513" y="57150"/>
                    </a:lnTo>
                    <a:lnTo>
                      <a:pt x="33338" y="60325"/>
                    </a:lnTo>
                    <a:lnTo>
                      <a:pt x="28575" y="61913"/>
                    </a:lnTo>
                    <a:lnTo>
                      <a:pt x="23813" y="63500"/>
                    </a:lnTo>
                    <a:lnTo>
                      <a:pt x="17463" y="65088"/>
                    </a:lnTo>
                    <a:lnTo>
                      <a:pt x="17463" y="65088"/>
                    </a:lnTo>
                    <a:lnTo>
                      <a:pt x="6350" y="63500"/>
                    </a:lnTo>
                    <a:lnTo>
                      <a:pt x="0" y="60325"/>
                    </a:lnTo>
                    <a:lnTo>
                      <a:pt x="3175" y="49213"/>
                    </a:lnTo>
                    <a:lnTo>
                      <a:pt x="3175" y="49213"/>
                    </a:lnTo>
                    <a:lnTo>
                      <a:pt x="7938" y="52388"/>
                    </a:lnTo>
                    <a:lnTo>
                      <a:pt x="15875" y="52388"/>
                    </a:lnTo>
                    <a:lnTo>
                      <a:pt x="15875" y="52388"/>
                    </a:lnTo>
                    <a:lnTo>
                      <a:pt x="20638" y="52388"/>
                    </a:lnTo>
                    <a:lnTo>
                      <a:pt x="25400" y="50800"/>
                    </a:lnTo>
                    <a:lnTo>
                      <a:pt x="28575" y="47625"/>
                    </a:lnTo>
                    <a:lnTo>
                      <a:pt x="28575" y="42863"/>
                    </a:lnTo>
                    <a:lnTo>
                      <a:pt x="28575" y="42863"/>
                    </a:lnTo>
                    <a:lnTo>
                      <a:pt x="28575" y="38100"/>
                    </a:lnTo>
                    <a:lnTo>
                      <a:pt x="25400" y="34925"/>
                    </a:lnTo>
                    <a:lnTo>
                      <a:pt x="19050" y="33338"/>
                    </a:lnTo>
                    <a:lnTo>
                      <a:pt x="11113" y="33338"/>
                    </a:lnTo>
                    <a:lnTo>
                      <a:pt x="11113" y="33338"/>
                    </a:lnTo>
                    <a:lnTo>
                      <a:pt x="3175" y="33338"/>
                    </a:lnTo>
                    <a:lnTo>
                      <a:pt x="7938" y="0"/>
                    </a:lnTo>
                    <a:lnTo>
                      <a:pt x="41275" y="0"/>
                    </a:lnTo>
                    <a:lnTo>
                      <a:pt x="41275" y="12700"/>
                    </a:lnTo>
                    <a:close/>
                  </a:path>
                </a:pathLst>
              </a:custGeom>
              <a:solidFill>
                <a:schemeClr val="accent3"/>
              </a:solid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grpSp>
        <p:nvGrpSpPr>
          <p:cNvPr id="71" name="组合 70"/>
          <p:cNvGrpSpPr/>
          <p:nvPr/>
        </p:nvGrpSpPr>
        <p:grpSpPr>
          <a:xfrm>
            <a:off x="790534" y="4110739"/>
            <a:ext cx="2550219" cy="811956"/>
            <a:chOff x="3249508" y="1770394"/>
            <a:chExt cx="1912664" cy="608966"/>
          </a:xfrm>
        </p:grpSpPr>
        <p:sp>
          <p:nvSpPr>
            <p:cNvPr id="72" name="Text Placeholder 2"/>
            <p:cNvSpPr txBox="1"/>
            <p:nvPr/>
          </p:nvSpPr>
          <p:spPr>
            <a:xfrm>
              <a:off x="3638480" y="1770394"/>
              <a:ext cx="1523692" cy="268421"/>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l" defTabSz="457200">
                <a:lnSpc>
                  <a:spcPct val="100000"/>
                </a:lnSpc>
                <a:spcBef>
                  <a:spcPts val="0"/>
                </a:spcBef>
                <a:spcAft>
                  <a:spcPts val="0"/>
                </a:spcAft>
                <a:buClr>
                  <a:srgbClr val="1DADEC"/>
                </a:buClr>
                <a:buFont typeface="Corbel" panose="020B0503020204020204" charset="0"/>
                <a:buNone/>
              </a:pPr>
              <a:r>
                <a:rPr lang="zh-CN"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rPr>
                <a:t>添加会议主题</a:t>
              </a:r>
              <a:endParaRPr lang="en-AU"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endParaRPr>
            </a:p>
          </p:txBody>
        </p:sp>
        <p:sp>
          <p:nvSpPr>
            <p:cNvPr id="73" name="Text Placeholder 2"/>
            <p:cNvSpPr txBox="1"/>
            <p:nvPr/>
          </p:nvSpPr>
          <p:spPr>
            <a:xfrm>
              <a:off x="3249508" y="1957442"/>
              <a:ext cx="1753463" cy="421918"/>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l" defTabSz="457200">
                <a:lnSpc>
                  <a:spcPct val="100000"/>
                </a:lnSpc>
                <a:spcBef>
                  <a:spcPts val="0"/>
                </a:spcBef>
                <a:spcAft>
                  <a:spcPts val="0"/>
                </a:spcAft>
                <a:buNone/>
              </a:pPr>
              <a:r>
                <a:rPr lang="zh-CN" sz="1400" b="0" i="0" u="none" strike="noStrike" kern="100" spc="0" baseline="0">
                  <a:solidFill>
                    <a:srgbClr val="1D73DA"/>
                  </a:solidFill>
                  <a:latin typeface="+mn-lt"/>
                  <a:ea typeface="+mn-lt"/>
                  <a:cs typeface="+mn-lt"/>
                </a:rPr>
                <a:t>张喜超</a:t>
              </a:r>
              <a:r>
                <a:rPr lang="zh-CN" sz="1400" b="0" i="0" u="none" strike="noStrike" kern="0" spc="0" baseline="0">
                  <a:solidFill>
                    <a:srgbClr val="1D73DA"/>
                  </a:solidFill>
                  <a:latin typeface="+mn-lt"/>
                  <a:ea typeface="+mn-lt"/>
                  <a:cs typeface="+mn-lt"/>
                </a:rPr>
                <a:t> 参与项目，掌握全局动势，负责后期运营管理。有较为扎实的知识本领。在团队担任技术中心重要人员。</a:t>
              </a:r>
              <a:endParaRPr lang="zh-CN" sz="1400" b="0" i="0" u="none" strike="noStrike" kern="100" spc="0" baseline="0">
                <a:solidFill>
                  <a:srgbClr val="1D73DA"/>
                </a:solidFill>
                <a:latin typeface="+mn-lt"/>
                <a:ea typeface="+mn-lt"/>
                <a:cs typeface="+mn-lt"/>
              </a:endParaRPr>
            </a:p>
            <a:p>
              <a:pPr marL="0" lvl="0" indent="0" algn="l" defTabSz="457200">
                <a:lnSpc>
                  <a:spcPct val="100000"/>
                </a:lnSpc>
                <a:spcBef>
                  <a:spcPts val="0"/>
                </a:spcBef>
                <a:spcAft>
                  <a:spcPts val="0"/>
                </a:spcAft>
                <a:buNone/>
              </a:pPr>
              <a:r>
                <a:rPr lang="zh-CN" sz="1200" b="0" i="0" u="none" strike="noStrike" kern="1200" spc="0" baseline="0">
                  <a:solidFill>
                    <a:srgbClr val="FFFFFF">
                      <a:lumMod val="65000"/>
                      <a:lumOff val="35000"/>
                    </a:srgbClr>
                  </a:solidFill>
                  <a:latin typeface="+mn-lt"/>
                  <a:ea typeface="+mn-lt"/>
                  <a:cs typeface="+mn-lt"/>
                </a:rPr>
                <a:t>精炼不用多余的</a:t>
              </a:r>
              <a:endParaRPr lang="en-US" sz="1200" b="0" i="0" u="none" strike="noStrike" kern="1200" spc="0" baseline="0">
                <a:solidFill>
                  <a:srgbClr val="FFFFFF">
                    <a:lumMod val="65000"/>
                    <a:lumOff val="35000"/>
                  </a:srgbClr>
                </a:solidFill>
                <a:latin typeface="+mn-lt"/>
                <a:ea typeface="+mn-lt"/>
                <a:cs typeface="+mn-lt"/>
              </a:endParaRPr>
            </a:p>
          </p:txBody>
        </p:sp>
      </p:grpSp>
      <p:grpSp>
        <p:nvGrpSpPr>
          <p:cNvPr id="74" name="组合 73"/>
          <p:cNvGrpSpPr/>
          <p:nvPr/>
        </p:nvGrpSpPr>
        <p:grpSpPr>
          <a:xfrm flipH="1">
            <a:off x="9157222" y="4122367"/>
            <a:ext cx="2468522" cy="819512"/>
            <a:chOff x="3199529" y="1770394"/>
            <a:chExt cx="1779231" cy="614634"/>
          </a:xfrm>
        </p:grpSpPr>
        <p:sp>
          <p:nvSpPr>
            <p:cNvPr id="75" name="Text Placeholder 2"/>
            <p:cNvSpPr txBox="1"/>
            <p:nvPr/>
          </p:nvSpPr>
          <p:spPr>
            <a:xfrm>
              <a:off x="3455068" y="1770394"/>
              <a:ext cx="1523692" cy="268421"/>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ctr" defTabSz="457200">
                <a:lnSpc>
                  <a:spcPct val="100000"/>
                </a:lnSpc>
                <a:spcBef>
                  <a:spcPts val="0"/>
                </a:spcBef>
                <a:spcAft>
                  <a:spcPts val="0"/>
                </a:spcAft>
                <a:buClr>
                  <a:srgbClr val="1DADEC"/>
                </a:buClr>
                <a:buFont typeface="Corbel" panose="020B0503020204020204" charset="0"/>
                <a:buNone/>
              </a:pPr>
              <a:r>
                <a:rPr lang="zh-CN"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rPr>
                <a:t>添加会议主题</a:t>
              </a:r>
              <a:endParaRPr lang="en-AU"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endParaRPr>
            </a:p>
          </p:txBody>
        </p:sp>
        <p:sp>
          <p:nvSpPr>
            <p:cNvPr id="76" name="Text Placeholder 2"/>
            <p:cNvSpPr txBox="1"/>
            <p:nvPr/>
          </p:nvSpPr>
          <p:spPr>
            <a:xfrm>
              <a:off x="3199529" y="1963110"/>
              <a:ext cx="1753463" cy="421918"/>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l" defTabSz="457200">
                <a:lnSpc>
                  <a:spcPct val="100000"/>
                </a:lnSpc>
                <a:spcBef>
                  <a:spcPts val="0"/>
                </a:spcBef>
                <a:spcAft>
                  <a:spcPts val="0"/>
                </a:spcAft>
                <a:buNone/>
              </a:pPr>
              <a:r>
                <a:rPr lang="zh-CN" sz="1400" b="0" i="0" u="none" strike="noStrike" kern="100" spc="0" baseline="0">
                  <a:solidFill>
                    <a:srgbClr val="1D73DA"/>
                  </a:solidFill>
                  <a:latin typeface="+mn-lt"/>
                  <a:ea typeface="+mn-lt"/>
                  <a:cs typeface="+mn-lt"/>
                </a:rPr>
                <a:t>贾新建</a:t>
              </a:r>
              <a:r>
                <a:rPr lang="zh-CN" sz="1400" b="0" i="0" u="none" strike="noStrike" kern="0" spc="0" baseline="0">
                  <a:solidFill>
                    <a:srgbClr val="1D73DA"/>
                  </a:solidFill>
                  <a:latin typeface="+mn-lt"/>
                  <a:ea typeface="+mn-lt"/>
                  <a:cs typeface="+mn-lt"/>
                </a:rPr>
                <a:t> 参与项目前期设计和后期的运营管理，掌握项目的核心内容，负责各模块单元测试与改进。在团队担任产品开发部重要人员</a:t>
              </a:r>
              <a:endParaRPr lang="zh-CN" sz="1400" b="0" i="0" u="none" strike="noStrike" kern="100" spc="0" baseline="0">
                <a:solidFill>
                  <a:srgbClr val="1D73DA"/>
                </a:solidFill>
                <a:latin typeface="+mn-lt"/>
                <a:ea typeface="+mn-lt"/>
                <a:cs typeface="+mn-lt"/>
              </a:endParaRPr>
            </a:p>
          </p:txBody>
        </p:sp>
      </p:grpSp>
      <p:grpSp>
        <p:nvGrpSpPr>
          <p:cNvPr id="77" name="组合 76"/>
          <p:cNvGrpSpPr/>
          <p:nvPr/>
        </p:nvGrpSpPr>
        <p:grpSpPr>
          <a:xfrm>
            <a:off x="841328" y="2531956"/>
            <a:ext cx="2594476" cy="819504"/>
            <a:chOff x="3210177" y="1770394"/>
            <a:chExt cx="1951995" cy="614635"/>
          </a:xfrm>
        </p:grpSpPr>
        <p:sp>
          <p:nvSpPr>
            <p:cNvPr id="78" name="Text Placeholder 2"/>
            <p:cNvSpPr txBox="1"/>
            <p:nvPr/>
          </p:nvSpPr>
          <p:spPr>
            <a:xfrm>
              <a:off x="3638480" y="1770394"/>
              <a:ext cx="1523692" cy="268421"/>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ctr" defTabSz="457200">
                <a:lnSpc>
                  <a:spcPct val="100000"/>
                </a:lnSpc>
                <a:spcBef>
                  <a:spcPts val="0"/>
                </a:spcBef>
                <a:spcAft>
                  <a:spcPts val="0"/>
                </a:spcAft>
                <a:buClr>
                  <a:srgbClr val="1DADEC"/>
                </a:buClr>
                <a:buFont typeface="Corbel" panose="020B0503020204020204" charset="0"/>
                <a:buNone/>
              </a:pPr>
              <a:r>
                <a:rPr lang="zh-CN"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rPr>
                <a:t>添加会议主题</a:t>
              </a:r>
              <a:endParaRPr lang="en-AU"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endParaRPr>
            </a:p>
          </p:txBody>
        </p:sp>
        <p:sp>
          <p:nvSpPr>
            <p:cNvPr id="79" name="Text Placeholder 2"/>
            <p:cNvSpPr txBox="1"/>
            <p:nvPr/>
          </p:nvSpPr>
          <p:spPr>
            <a:xfrm>
              <a:off x="3210177" y="1826402"/>
              <a:ext cx="1888562" cy="558627"/>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l" defTabSz="457200">
                <a:lnSpc>
                  <a:spcPct val="100000"/>
                </a:lnSpc>
                <a:spcBef>
                  <a:spcPts val="0"/>
                </a:spcBef>
                <a:spcAft>
                  <a:spcPts val="0"/>
                </a:spcAft>
                <a:buNone/>
              </a:pPr>
              <a:r>
                <a:rPr lang="zh-CN" sz="1400" b="0" i="0" u="none" strike="noStrike" kern="0" spc="0" baseline="0">
                  <a:solidFill>
                    <a:srgbClr val="1D73DA"/>
                  </a:solidFill>
                  <a:latin typeface="+mn-lt"/>
                  <a:ea typeface="+mn-lt"/>
                  <a:cs typeface="+mn-lt"/>
                </a:rPr>
                <a:t>贺丽娜 参与项目的市场走访调查。在项目中主要负责后期的产品反馈和用户体验。在团队担任财务管理部门重要人员</a:t>
              </a:r>
              <a:endParaRPr lang="zh-CN" sz="1400" b="0" i="0" u="none" strike="noStrike" kern="100" spc="0" baseline="0">
                <a:solidFill>
                  <a:srgbClr val="1D73DA"/>
                </a:solidFill>
                <a:latin typeface="+mn-lt"/>
                <a:ea typeface="+mn-lt"/>
                <a:cs typeface="+mn-lt"/>
              </a:endParaRPr>
            </a:p>
            <a:p>
              <a:pPr marL="0" lvl="0" indent="0" algn="r" defTabSz="457200">
                <a:lnSpc>
                  <a:spcPct val="100000"/>
                </a:lnSpc>
                <a:spcBef>
                  <a:spcPts val="0"/>
                </a:spcBef>
                <a:spcAft>
                  <a:spcPts val="0"/>
                </a:spcAft>
                <a:buNone/>
              </a:pPr>
              <a:r>
                <a:rPr lang="zh-CN" sz="1200" b="0" i="0" u="none" strike="noStrike" kern="1200" spc="0" baseline="0">
                  <a:solidFill>
                    <a:srgbClr val="FFFFFF">
                      <a:lumMod val="65000"/>
                      <a:lumOff val="35000"/>
                    </a:srgbClr>
                  </a:solidFill>
                  <a:latin typeface="+mn-lt"/>
                  <a:ea typeface="+mn-lt"/>
                  <a:cs typeface="+mn-lt"/>
                </a:rPr>
                <a:t>击输入简要文</a:t>
              </a:r>
              <a:r>
                <a:rPr lang="zh-CN" sz="12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rPr>
                <a:t>字内容文字</a:t>
              </a:r>
              <a:endParaRPr lang="en-US" sz="12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endParaRPr>
            </a:p>
            <a:p>
              <a:pPr marL="0" lvl="0" indent="0" algn="r" defTabSz="457200">
                <a:lnSpc>
                  <a:spcPct val="100000"/>
                </a:lnSpc>
                <a:spcBef>
                  <a:spcPts val="0"/>
                </a:spcBef>
                <a:spcAft>
                  <a:spcPts val="0"/>
                </a:spcAft>
                <a:buNone/>
              </a:pPr>
              <a:r>
                <a:rPr lang="zh-CN" sz="12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rPr>
                <a:t>内容需概括精炼不用多余的</a:t>
              </a:r>
              <a:endParaRPr lang="en-US" sz="12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endParaRPr>
            </a:p>
          </p:txBody>
        </p:sp>
      </p:grpSp>
      <p:grpSp>
        <p:nvGrpSpPr>
          <p:cNvPr id="80" name="组合 79"/>
          <p:cNvGrpSpPr/>
          <p:nvPr/>
        </p:nvGrpSpPr>
        <p:grpSpPr>
          <a:xfrm flipH="1">
            <a:off x="8501067" y="2185480"/>
            <a:ext cx="2926125" cy="820207"/>
            <a:chOff x="3299869" y="1785328"/>
            <a:chExt cx="1813839" cy="615155"/>
          </a:xfrm>
        </p:grpSpPr>
        <p:sp>
          <p:nvSpPr>
            <p:cNvPr id="81" name="Text Placeholder 2"/>
            <p:cNvSpPr txBox="1"/>
            <p:nvPr/>
          </p:nvSpPr>
          <p:spPr>
            <a:xfrm>
              <a:off x="3436569" y="1785328"/>
              <a:ext cx="1523692" cy="268421"/>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ctr" defTabSz="457200">
                <a:lnSpc>
                  <a:spcPct val="100000"/>
                </a:lnSpc>
                <a:spcBef>
                  <a:spcPts val="0"/>
                </a:spcBef>
                <a:spcAft>
                  <a:spcPts val="0"/>
                </a:spcAft>
                <a:buClr>
                  <a:srgbClr val="1DADEC"/>
                </a:buClr>
                <a:buFont typeface="Corbel" panose="020B0503020204020204" charset="0"/>
                <a:buNone/>
              </a:pPr>
              <a:r>
                <a:rPr lang="zh-CN"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rPr>
                <a:t>添加会议主题</a:t>
              </a:r>
              <a:endParaRPr lang="en-AU"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endParaRPr>
            </a:p>
          </p:txBody>
        </p:sp>
        <p:sp>
          <p:nvSpPr>
            <p:cNvPr id="82" name="Text Placeholder 2"/>
            <p:cNvSpPr txBox="1"/>
            <p:nvPr/>
          </p:nvSpPr>
          <p:spPr>
            <a:xfrm>
              <a:off x="3299869" y="1978565"/>
              <a:ext cx="1813839" cy="421918"/>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l" defTabSz="457200">
                <a:lnSpc>
                  <a:spcPct val="100000"/>
                </a:lnSpc>
                <a:spcBef>
                  <a:spcPts val="0"/>
                </a:spcBef>
                <a:spcAft>
                  <a:spcPts val="0"/>
                </a:spcAft>
                <a:buNone/>
              </a:pPr>
              <a:r>
                <a:rPr lang="zh-CN" sz="1400" kern="0">
                  <a:solidFill>
                    <a:srgbClr val="1D73DA"/>
                  </a:solidFill>
                  <a:latin typeface="+mn-lt"/>
                  <a:ea typeface="+mn-lt"/>
                  <a:cs typeface="+mn-lt"/>
                </a:rPr>
                <a:t>戚榆苑 参与项目的问卷调查设计和整理会议资料，在团队中主要负责品牌设计，帮助市场宣传，与广告商沟通，争取合作。在团队担任宣传部门重要人员。</a:t>
              </a:r>
              <a:r>
                <a:rPr lang="zh-CN" sz="12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rPr>
                <a:t>输多余的</a:t>
              </a:r>
              <a:endParaRPr lang="en-US" sz="12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endParaRPr>
            </a:p>
          </p:txBody>
        </p:sp>
      </p:grpSp>
      <p:grpSp>
        <p:nvGrpSpPr>
          <p:cNvPr id="83" name="组合 82"/>
          <p:cNvGrpSpPr/>
          <p:nvPr/>
        </p:nvGrpSpPr>
        <p:grpSpPr>
          <a:xfrm>
            <a:off x="4678729" y="3611862"/>
            <a:ext cx="2881747" cy="2881744"/>
            <a:chOff x="3604701" y="2815041"/>
            <a:chExt cx="1933639" cy="1933639"/>
          </a:xfrm>
        </p:grpSpPr>
        <p:grpSp>
          <p:nvGrpSpPr>
            <p:cNvPr id="84" name="组合 83"/>
            <p:cNvGrpSpPr/>
            <p:nvPr/>
          </p:nvGrpSpPr>
          <p:grpSpPr>
            <a:xfrm>
              <a:off x="3762377" y="2968736"/>
              <a:ext cx="1619248" cy="1619238"/>
              <a:chOff x="4641550" y="1440594"/>
              <a:chExt cx="587801" cy="587801"/>
            </a:xfrm>
          </p:grpSpPr>
          <p:grpSp>
            <p:nvGrpSpPr>
              <p:cNvPr id="86" name="组合 85"/>
              <p:cNvGrpSpPr/>
              <p:nvPr/>
            </p:nvGrpSpPr>
            <p:grpSpPr>
              <a:xfrm>
                <a:off x="4641550" y="1440594"/>
                <a:ext cx="587801" cy="587801"/>
                <a:chOff x="304800" y="673100"/>
                <a:chExt cx="4000500" cy="4000500"/>
              </a:xfrm>
              <a:effectLst>
                <a:outerShdw blurRad="444500" dist="254000" dir="8100000" algn="tr" rotWithShape="0">
                  <a:srgbClr val="000000">
                    <a:alpha val="50000"/>
                  </a:srgbClr>
                </a:outerShdw>
              </a:effectLst>
            </p:grpSpPr>
            <p:sp>
              <p:nvSpPr>
                <p:cNvPr id="92" name="同心圆 4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93" name="椭圆 9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nvGrpSpPr>
              <p:cNvPr id="87" name="组合 86"/>
              <p:cNvGrpSpPr/>
              <p:nvPr/>
            </p:nvGrpSpPr>
            <p:grpSpPr>
              <a:xfrm>
                <a:off x="4795215" y="1597882"/>
                <a:ext cx="286520" cy="248944"/>
                <a:chOff x="2601913" y="584200"/>
                <a:chExt cx="581025" cy="504825"/>
              </a:xfrm>
              <a:solidFill>
                <a:schemeClr val="accent1"/>
              </a:solidFill>
            </p:grpSpPr>
            <p:sp>
              <p:nvSpPr>
                <p:cNvPr id="88" name="Freeform 21"/>
                <p:cNvSpPr/>
                <p:nvPr/>
              </p:nvSpPr>
              <p:spPr>
                <a:xfrm>
                  <a:off x="2601913" y="1054100"/>
                  <a:ext cx="581025" cy="34925"/>
                </a:xfrm>
                <a:custGeom>
                  <a:avLst/>
                  <a:gdLst/>
                  <a:ahLst/>
                  <a:cxnLst/>
                  <a:rect l="0" t="0" r="r" b="b"/>
                  <a:pathLst>
                    <a:path w="581025" h="34925">
                      <a:moveTo>
                        <a:pt x="558800" y="0"/>
                      </a:moveTo>
                      <a:lnTo>
                        <a:pt x="22225" y="0"/>
                      </a:lnTo>
                      <a:lnTo>
                        <a:pt x="22225" y="0"/>
                      </a:lnTo>
                      <a:lnTo>
                        <a:pt x="12700" y="0"/>
                      </a:lnTo>
                      <a:lnTo>
                        <a:pt x="6350" y="3175"/>
                      </a:lnTo>
                      <a:lnTo>
                        <a:pt x="0" y="9525"/>
                      </a:lnTo>
                      <a:lnTo>
                        <a:pt x="0" y="15875"/>
                      </a:lnTo>
                      <a:lnTo>
                        <a:pt x="0" y="19050"/>
                      </a:lnTo>
                      <a:lnTo>
                        <a:pt x="0" y="19050"/>
                      </a:lnTo>
                      <a:lnTo>
                        <a:pt x="0" y="25400"/>
                      </a:lnTo>
                      <a:lnTo>
                        <a:pt x="6350" y="31750"/>
                      </a:lnTo>
                      <a:lnTo>
                        <a:pt x="12700" y="34925"/>
                      </a:lnTo>
                      <a:lnTo>
                        <a:pt x="22225" y="34925"/>
                      </a:lnTo>
                      <a:lnTo>
                        <a:pt x="558800" y="34925"/>
                      </a:lnTo>
                      <a:lnTo>
                        <a:pt x="558800" y="34925"/>
                      </a:lnTo>
                      <a:lnTo>
                        <a:pt x="568325" y="34925"/>
                      </a:lnTo>
                      <a:lnTo>
                        <a:pt x="574675" y="31750"/>
                      </a:lnTo>
                      <a:lnTo>
                        <a:pt x="581025" y="25400"/>
                      </a:lnTo>
                      <a:lnTo>
                        <a:pt x="581025" y="19050"/>
                      </a:lnTo>
                      <a:lnTo>
                        <a:pt x="581025" y="15875"/>
                      </a:lnTo>
                      <a:lnTo>
                        <a:pt x="581025" y="15875"/>
                      </a:lnTo>
                      <a:lnTo>
                        <a:pt x="581025" y="9525"/>
                      </a:lnTo>
                      <a:lnTo>
                        <a:pt x="574675" y="3175"/>
                      </a:lnTo>
                      <a:lnTo>
                        <a:pt x="568325" y="0"/>
                      </a:lnTo>
                      <a:lnTo>
                        <a:pt x="558800" y="0"/>
                      </a:lnTo>
                      <a:lnTo>
                        <a:pt x="558800" y="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89" name="Freeform 22"/>
                <p:cNvSpPr/>
                <p:nvPr/>
              </p:nvSpPr>
              <p:spPr>
                <a:xfrm>
                  <a:off x="2687638" y="752475"/>
                  <a:ext cx="409575" cy="206375"/>
                </a:xfrm>
                <a:custGeom>
                  <a:avLst/>
                  <a:gdLst/>
                  <a:ahLst/>
                  <a:cxnLst/>
                  <a:rect l="0" t="0" r="r" b="b"/>
                  <a:pathLst>
                    <a:path w="409575" h="206375">
                      <a:moveTo>
                        <a:pt x="222250" y="0"/>
                      </a:moveTo>
                      <a:lnTo>
                        <a:pt x="187325" y="0"/>
                      </a:lnTo>
                      <a:lnTo>
                        <a:pt x="187325" y="0"/>
                      </a:lnTo>
                      <a:lnTo>
                        <a:pt x="177800" y="3175"/>
                      </a:lnTo>
                      <a:lnTo>
                        <a:pt x="171450" y="6350"/>
                      </a:lnTo>
                      <a:lnTo>
                        <a:pt x="165100" y="12700"/>
                      </a:lnTo>
                      <a:lnTo>
                        <a:pt x="165100" y="22225"/>
                      </a:lnTo>
                      <a:lnTo>
                        <a:pt x="165100" y="184150"/>
                      </a:lnTo>
                      <a:lnTo>
                        <a:pt x="165100" y="184150"/>
                      </a:lnTo>
                      <a:lnTo>
                        <a:pt x="165100" y="193675"/>
                      </a:lnTo>
                      <a:lnTo>
                        <a:pt x="171450" y="200025"/>
                      </a:lnTo>
                      <a:lnTo>
                        <a:pt x="177800" y="203200"/>
                      </a:lnTo>
                      <a:lnTo>
                        <a:pt x="187325" y="206375"/>
                      </a:lnTo>
                      <a:lnTo>
                        <a:pt x="222250" y="206375"/>
                      </a:lnTo>
                      <a:lnTo>
                        <a:pt x="222250" y="206375"/>
                      </a:lnTo>
                      <a:lnTo>
                        <a:pt x="231775" y="203200"/>
                      </a:lnTo>
                      <a:lnTo>
                        <a:pt x="238125" y="200025"/>
                      </a:lnTo>
                      <a:lnTo>
                        <a:pt x="244475" y="193675"/>
                      </a:lnTo>
                      <a:lnTo>
                        <a:pt x="244475" y="184150"/>
                      </a:lnTo>
                      <a:lnTo>
                        <a:pt x="244475" y="22225"/>
                      </a:lnTo>
                      <a:lnTo>
                        <a:pt x="244475" y="22225"/>
                      </a:lnTo>
                      <a:lnTo>
                        <a:pt x="244475" y="12700"/>
                      </a:lnTo>
                      <a:lnTo>
                        <a:pt x="238125" y="6350"/>
                      </a:lnTo>
                      <a:lnTo>
                        <a:pt x="231775" y="3175"/>
                      </a:lnTo>
                      <a:lnTo>
                        <a:pt x="222250" y="0"/>
                      </a:lnTo>
                      <a:lnTo>
                        <a:pt x="222250" y="0"/>
                      </a:lnTo>
                      <a:close/>
                      <a:moveTo>
                        <a:pt x="60325" y="0"/>
                      </a:moveTo>
                      <a:lnTo>
                        <a:pt x="22225" y="0"/>
                      </a:lnTo>
                      <a:lnTo>
                        <a:pt x="22225" y="0"/>
                      </a:lnTo>
                      <a:lnTo>
                        <a:pt x="12700" y="3175"/>
                      </a:lnTo>
                      <a:lnTo>
                        <a:pt x="6350" y="6350"/>
                      </a:lnTo>
                      <a:lnTo>
                        <a:pt x="3175" y="12700"/>
                      </a:lnTo>
                      <a:lnTo>
                        <a:pt x="0" y="22225"/>
                      </a:lnTo>
                      <a:lnTo>
                        <a:pt x="0" y="184150"/>
                      </a:lnTo>
                      <a:lnTo>
                        <a:pt x="0" y="184150"/>
                      </a:lnTo>
                      <a:lnTo>
                        <a:pt x="3175" y="193675"/>
                      </a:lnTo>
                      <a:lnTo>
                        <a:pt x="6350" y="200025"/>
                      </a:lnTo>
                      <a:lnTo>
                        <a:pt x="12700" y="203200"/>
                      </a:lnTo>
                      <a:lnTo>
                        <a:pt x="22225" y="206375"/>
                      </a:lnTo>
                      <a:lnTo>
                        <a:pt x="60325" y="206375"/>
                      </a:lnTo>
                      <a:lnTo>
                        <a:pt x="60325" y="206375"/>
                      </a:lnTo>
                      <a:lnTo>
                        <a:pt x="66675" y="203200"/>
                      </a:lnTo>
                      <a:lnTo>
                        <a:pt x="76200" y="200025"/>
                      </a:lnTo>
                      <a:lnTo>
                        <a:pt x="79375" y="193675"/>
                      </a:lnTo>
                      <a:lnTo>
                        <a:pt x="82550" y="184150"/>
                      </a:lnTo>
                      <a:lnTo>
                        <a:pt x="82550" y="22225"/>
                      </a:lnTo>
                      <a:lnTo>
                        <a:pt x="82550" y="22225"/>
                      </a:lnTo>
                      <a:lnTo>
                        <a:pt x="79375" y="12700"/>
                      </a:lnTo>
                      <a:lnTo>
                        <a:pt x="76200" y="6350"/>
                      </a:lnTo>
                      <a:lnTo>
                        <a:pt x="66675" y="3175"/>
                      </a:lnTo>
                      <a:lnTo>
                        <a:pt x="60325" y="0"/>
                      </a:lnTo>
                      <a:lnTo>
                        <a:pt x="60325" y="0"/>
                      </a:lnTo>
                      <a:close/>
                      <a:moveTo>
                        <a:pt x="387350" y="0"/>
                      </a:moveTo>
                      <a:lnTo>
                        <a:pt x="349250" y="0"/>
                      </a:lnTo>
                      <a:lnTo>
                        <a:pt x="349250" y="0"/>
                      </a:lnTo>
                      <a:lnTo>
                        <a:pt x="342900" y="3175"/>
                      </a:lnTo>
                      <a:lnTo>
                        <a:pt x="333375" y="6350"/>
                      </a:lnTo>
                      <a:lnTo>
                        <a:pt x="330200" y="12700"/>
                      </a:lnTo>
                      <a:lnTo>
                        <a:pt x="327025" y="22225"/>
                      </a:lnTo>
                      <a:lnTo>
                        <a:pt x="327025" y="184150"/>
                      </a:lnTo>
                      <a:lnTo>
                        <a:pt x="327025" y="184150"/>
                      </a:lnTo>
                      <a:lnTo>
                        <a:pt x="330200" y="193675"/>
                      </a:lnTo>
                      <a:lnTo>
                        <a:pt x="333375" y="200025"/>
                      </a:lnTo>
                      <a:lnTo>
                        <a:pt x="342900" y="203200"/>
                      </a:lnTo>
                      <a:lnTo>
                        <a:pt x="349250" y="206375"/>
                      </a:lnTo>
                      <a:lnTo>
                        <a:pt x="387350" y="206375"/>
                      </a:lnTo>
                      <a:lnTo>
                        <a:pt x="387350" y="206375"/>
                      </a:lnTo>
                      <a:lnTo>
                        <a:pt x="396875" y="203200"/>
                      </a:lnTo>
                      <a:lnTo>
                        <a:pt x="403225" y="200025"/>
                      </a:lnTo>
                      <a:lnTo>
                        <a:pt x="406400" y="193675"/>
                      </a:lnTo>
                      <a:lnTo>
                        <a:pt x="409575" y="184150"/>
                      </a:lnTo>
                      <a:lnTo>
                        <a:pt x="409575" y="22225"/>
                      </a:lnTo>
                      <a:lnTo>
                        <a:pt x="409575" y="22225"/>
                      </a:lnTo>
                      <a:lnTo>
                        <a:pt x="406400" y="12700"/>
                      </a:lnTo>
                      <a:lnTo>
                        <a:pt x="403225" y="6350"/>
                      </a:lnTo>
                      <a:lnTo>
                        <a:pt x="396875" y="3175"/>
                      </a:lnTo>
                      <a:lnTo>
                        <a:pt x="387350" y="0"/>
                      </a:lnTo>
                      <a:lnTo>
                        <a:pt x="387350" y="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90" name="Freeform 23"/>
                <p:cNvSpPr/>
                <p:nvPr/>
              </p:nvSpPr>
              <p:spPr>
                <a:xfrm>
                  <a:off x="2601913" y="584200"/>
                  <a:ext cx="581025" cy="136525"/>
                </a:xfrm>
                <a:custGeom>
                  <a:avLst/>
                  <a:gdLst/>
                  <a:ahLst/>
                  <a:cxnLst/>
                  <a:rect l="0" t="0" r="r" b="b"/>
                  <a:pathLst>
                    <a:path w="581025" h="136525">
                      <a:moveTo>
                        <a:pt x="568325" y="104775"/>
                      </a:moveTo>
                      <a:lnTo>
                        <a:pt x="295275" y="0"/>
                      </a:lnTo>
                      <a:lnTo>
                        <a:pt x="295275" y="0"/>
                      </a:lnTo>
                      <a:lnTo>
                        <a:pt x="285750" y="0"/>
                      </a:lnTo>
                      <a:lnTo>
                        <a:pt x="12700" y="104775"/>
                      </a:lnTo>
                      <a:lnTo>
                        <a:pt x="12700" y="104775"/>
                      </a:lnTo>
                      <a:lnTo>
                        <a:pt x="6350" y="107950"/>
                      </a:lnTo>
                      <a:lnTo>
                        <a:pt x="3175" y="111125"/>
                      </a:lnTo>
                      <a:lnTo>
                        <a:pt x="0" y="117475"/>
                      </a:lnTo>
                      <a:lnTo>
                        <a:pt x="0" y="123825"/>
                      </a:lnTo>
                      <a:lnTo>
                        <a:pt x="0" y="123825"/>
                      </a:lnTo>
                      <a:lnTo>
                        <a:pt x="3175" y="127000"/>
                      </a:lnTo>
                      <a:lnTo>
                        <a:pt x="6350" y="130175"/>
                      </a:lnTo>
                      <a:lnTo>
                        <a:pt x="9525" y="133350"/>
                      </a:lnTo>
                      <a:lnTo>
                        <a:pt x="15875" y="136525"/>
                      </a:lnTo>
                      <a:lnTo>
                        <a:pt x="565150" y="136525"/>
                      </a:lnTo>
                      <a:lnTo>
                        <a:pt x="565150" y="136525"/>
                      </a:lnTo>
                      <a:lnTo>
                        <a:pt x="571500" y="133350"/>
                      </a:lnTo>
                      <a:lnTo>
                        <a:pt x="574675" y="130175"/>
                      </a:lnTo>
                      <a:lnTo>
                        <a:pt x="577850" y="127000"/>
                      </a:lnTo>
                      <a:lnTo>
                        <a:pt x="581025" y="123825"/>
                      </a:lnTo>
                      <a:lnTo>
                        <a:pt x="581025" y="123825"/>
                      </a:lnTo>
                      <a:lnTo>
                        <a:pt x="581025" y="117475"/>
                      </a:lnTo>
                      <a:lnTo>
                        <a:pt x="577850" y="111125"/>
                      </a:lnTo>
                      <a:lnTo>
                        <a:pt x="574675" y="107950"/>
                      </a:lnTo>
                      <a:lnTo>
                        <a:pt x="568325" y="104775"/>
                      </a:lnTo>
                      <a:lnTo>
                        <a:pt x="568325" y="104775"/>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sp>
              <p:nvSpPr>
                <p:cNvPr id="91" name="Freeform 84"/>
                <p:cNvSpPr/>
                <p:nvPr/>
              </p:nvSpPr>
              <p:spPr>
                <a:xfrm>
                  <a:off x="2630488" y="987425"/>
                  <a:ext cx="523875" cy="38100"/>
                </a:xfrm>
                <a:custGeom>
                  <a:avLst/>
                  <a:gdLst/>
                  <a:ahLst/>
                  <a:cxnLst/>
                  <a:rect l="0" t="0" r="r" b="b"/>
                  <a:pathLst>
                    <a:path w="523875" h="38100">
                      <a:moveTo>
                        <a:pt x="523875" y="19050"/>
                      </a:moveTo>
                      <a:lnTo>
                        <a:pt x="523875" y="19050"/>
                      </a:lnTo>
                      <a:lnTo>
                        <a:pt x="523875" y="19050"/>
                      </a:lnTo>
                      <a:lnTo>
                        <a:pt x="523875" y="28575"/>
                      </a:lnTo>
                      <a:lnTo>
                        <a:pt x="517525" y="31750"/>
                      </a:lnTo>
                      <a:lnTo>
                        <a:pt x="511175" y="38100"/>
                      </a:lnTo>
                      <a:lnTo>
                        <a:pt x="501650" y="38100"/>
                      </a:lnTo>
                      <a:lnTo>
                        <a:pt x="22225" y="38100"/>
                      </a:lnTo>
                      <a:lnTo>
                        <a:pt x="22225" y="38100"/>
                      </a:lnTo>
                      <a:lnTo>
                        <a:pt x="12700" y="38100"/>
                      </a:lnTo>
                      <a:lnTo>
                        <a:pt x="6350" y="31750"/>
                      </a:lnTo>
                      <a:lnTo>
                        <a:pt x="0" y="28575"/>
                      </a:lnTo>
                      <a:lnTo>
                        <a:pt x="0" y="19050"/>
                      </a:lnTo>
                      <a:lnTo>
                        <a:pt x="0" y="19050"/>
                      </a:lnTo>
                      <a:lnTo>
                        <a:pt x="0" y="19050"/>
                      </a:lnTo>
                      <a:lnTo>
                        <a:pt x="0" y="12700"/>
                      </a:lnTo>
                      <a:lnTo>
                        <a:pt x="6350" y="6350"/>
                      </a:lnTo>
                      <a:lnTo>
                        <a:pt x="12700" y="3175"/>
                      </a:lnTo>
                      <a:lnTo>
                        <a:pt x="22225" y="0"/>
                      </a:lnTo>
                      <a:lnTo>
                        <a:pt x="501650" y="0"/>
                      </a:lnTo>
                      <a:lnTo>
                        <a:pt x="501650" y="0"/>
                      </a:lnTo>
                      <a:lnTo>
                        <a:pt x="511175" y="3175"/>
                      </a:lnTo>
                      <a:lnTo>
                        <a:pt x="517525" y="6350"/>
                      </a:lnTo>
                      <a:lnTo>
                        <a:pt x="523875" y="12700"/>
                      </a:lnTo>
                      <a:lnTo>
                        <a:pt x="523875" y="19050"/>
                      </a:lnTo>
                      <a:lnTo>
                        <a:pt x="523875" y="19050"/>
                      </a:lnTo>
                      <a:close/>
                    </a:path>
                  </a:pathLst>
                </a:custGeom>
                <a:grpFill/>
                <a:ln>
                  <a:noFill/>
                </a:ln>
              </p:spPr>
              <p:txBody>
                <a:bodyPr vert="horz" wrap="square" lIns="121920" tIns="60960" rIns="121920" bIns="60960" numCol="1" anchor="t" anchorCtr="0"/>
                <a:lstStyle/>
                <a:p>
                  <a:pPr marL="0" lvl="0" indent="0" algn="l"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grpSp>
        <p:sp>
          <p:nvSpPr>
            <p:cNvPr id="85" name="椭圆 84"/>
            <p:cNvSpPr/>
            <p:nvPr/>
          </p:nvSpPr>
          <p:spPr>
            <a:xfrm>
              <a:off x="3604701" y="2815041"/>
              <a:ext cx="1933639" cy="1933639"/>
            </a:xfrm>
            <a:prstGeom prst="ellipse">
              <a:avLst/>
            </a:prstGeom>
            <a:noFill/>
            <a:ln w="12700">
              <a:solidFill>
                <a:schemeClr val="tx1">
                  <a:lumMod val="65000"/>
                  <a:lumOff val="35000"/>
                </a:schemeClr>
              </a:solidFill>
              <a:prstDash val="sysDash"/>
              <a:miter/>
            </a:ln>
          </p:spPr>
          <p:txBody>
            <a:bodyPr anchor="ctr"/>
            <a:lstStyle/>
            <a:p>
              <a:pPr marL="0" lvl="0" indent="0" algn="ctr" defTabSz="457200">
                <a:lnSpc>
                  <a:spcPct val="100000"/>
                </a:lnSpc>
                <a:spcBef>
                  <a:spcPts val="0"/>
                </a:spcBef>
                <a:spcAft>
                  <a:spcPts val="0"/>
                </a:spcAft>
                <a:buNone/>
              </a:pPr>
              <a:endParaRPr lang="zh-CN" sz="2400" b="0" i="0" u="none" strike="noStrike" kern="1200" spc="0" baseline="0">
                <a:solidFill>
                  <a:srgbClr val="FFFFFF"/>
                </a:solidFill>
                <a:latin typeface="Calibri" panose="020F0502020204030204"/>
                <a:ea typeface="等线" panose="02010600030101010101" charset="-122"/>
              </a:endParaRPr>
            </a:p>
          </p:txBody>
        </p:sp>
      </p:grpSp>
      <p:sp>
        <p:nvSpPr>
          <p:cNvPr id="94" name="标题 1"/>
          <p:cNvSpPr txBox="1"/>
          <p:nvPr/>
        </p:nvSpPr>
        <p:spPr>
          <a:xfrm>
            <a:off x="692671" y="630731"/>
            <a:ext cx="3119056" cy="967221"/>
          </a:xfrm>
        </p:spPr>
        <p:txBody>
          <a:bodyPr/>
          <a:lstStyle>
            <a:lvl1pPr lvl="0" algn="l" defTabSz="914400">
              <a:lnSpc>
                <a:spcPct val="90000"/>
              </a:lnSpc>
              <a:spcBef>
                <a:spcPct val="0"/>
              </a:spcBef>
              <a:buNone/>
              <a:defRPr sz="4400" kern="1200">
                <a:solidFill>
                  <a:schemeClr val="tx1"/>
                </a:solidFill>
                <a:latin typeface="Calibri Light" panose="020F0302020204030204"/>
                <a:ea typeface="等线 Light" panose="02010600030101010101" charset="-122"/>
              </a:defRPr>
            </a:lvl1pPr>
          </a:lstStyle>
          <a:p>
            <a:pPr marL="0" lvl="0" indent="0" algn="ctr" defTabSz="914400">
              <a:lnSpc>
                <a:spcPct val="90000"/>
              </a:lnSpc>
              <a:spcBef>
                <a:spcPct val="0"/>
              </a:spcBef>
              <a:spcAft>
                <a:spcPts val="0"/>
              </a:spcAft>
              <a:buNone/>
            </a:pPr>
            <a:r>
              <a:rPr lang="zh-CN" sz="5400">
                <a:solidFill>
                  <a:srgbClr val="1D73DA"/>
                </a:solidFill>
                <a:latin typeface="华文行楷" panose="02010800040101010101" charset="-122"/>
                <a:ea typeface="华文行楷" panose="02010800040101010101" charset="-122"/>
              </a:rPr>
              <a:t>团队成员介绍</a:t>
            </a:r>
          </a:p>
        </p:txBody>
      </p:sp>
      <p:grpSp>
        <p:nvGrpSpPr>
          <p:cNvPr id="95" name="Group 79"/>
          <p:cNvGrpSpPr/>
          <p:nvPr/>
        </p:nvGrpSpPr>
        <p:grpSpPr>
          <a:xfrm rot="17289584">
            <a:off x="5875188" y="2276295"/>
            <a:ext cx="475200" cy="266700"/>
            <a:chOff x="7244862" y="2564012"/>
            <a:chExt cx="842492" cy="299674"/>
          </a:xfrm>
        </p:grpSpPr>
        <p:cxnSp>
          <p:nvCxnSpPr>
            <p:cNvPr id="96" name="Straight Connector 80"/>
            <p:cNvCxnSpPr/>
            <p:nvPr/>
          </p:nvCxnSpPr>
          <p:spPr>
            <a:xfrm flipV="1">
              <a:off x="7244862" y="2564012"/>
              <a:ext cx="393176" cy="299674"/>
            </a:xfrm>
            <a:prstGeom prst="line">
              <a:avLst/>
            </a:prstGeom>
            <a:ln w="19050">
              <a:solidFill>
                <a:schemeClr val="bg2">
                  <a:lumMod val="50000"/>
                </a:schemeClr>
              </a:solidFill>
              <a:prstDash val="solid"/>
              <a:miter/>
              <a:headEnd type="oval" w="sm" len="sm"/>
              <a:tailEnd type="none"/>
            </a:ln>
          </p:spPr>
        </p:cxnSp>
        <p:cxnSp>
          <p:nvCxnSpPr>
            <p:cNvPr id="97" name="Straight Connector 81"/>
            <p:cNvCxnSpPr/>
            <p:nvPr/>
          </p:nvCxnSpPr>
          <p:spPr>
            <a:xfrm>
              <a:off x="7642832" y="2564012"/>
              <a:ext cx="444522" cy="0"/>
            </a:xfrm>
            <a:prstGeom prst="line">
              <a:avLst/>
            </a:prstGeom>
            <a:ln w="19050">
              <a:solidFill>
                <a:schemeClr val="bg2">
                  <a:lumMod val="50000"/>
                </a:schemeClr>
              </a:solidFill>
              <a:prstDash val="solid"/>
              <a:miter/>
              <a:headEnd type="none"/>
              <a:tailEnd type="oval" w="sm" len="sm"/>
            </a:ln>
          </p:spPr>
        </p:cxnSp>
      </p:grpSp>
      <p:grpSp>
        <p:nvGrpSpPr>
          <p:cNvPr id="98" name="组合 97"/>
          <p:cNvGrpSpPr/>
          <p:nvPr/>
        </p:nvGrpSpPr>
        <p:grpSpPr>
          <a:xfrm flipH="1">
            <a:off x="4672336" y="882872"/>
            <a:ext cx="3118648" cy="687177"/>
            <a:chOff x="3032038" y="1724668"/>
            <a:chExt cx="1943777" cy="515382"/>
          </a:xfrm>
        </p:grpSpPr>
        <p:sp>
          <p:nvSpPr>
            <p:cNvPr id="99" name="Text Placeholder 2"/>
            <p:cNvSpPr txBox="1"/>
            <p:nvPr/>
          </p:nvSpPr>
          <p:spPr>
            <a:xfrm>
              <a:off x="3452123" y="1724668"/>
              <a:ext cx="1523692" cy="268421"/>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ctr" defTabSz="457200">
                <a:lnSpc>
                  <a:spcPct val="100000"/>
                </a:lnSpc>
                <a:spcBef>
                  <a:spcPts val="0"/>
                </a:spcBef>
                <a:spcAft>
                  <a:spcPts val="0"/>
                </a:spcAft>
                <a:buClr>
                  <a:srgbClr val="1DADEC"/>
                </a:buClr>
                <a:buFont typeface="Corbel" panose="020B0503020204020204" charset="0"/>
                <a:buNone/>
              </a:pPr>
              <a:r>
                <a:rPr lang="zh-CN"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rPr>
                <a:t>添加会议主题</a:t>
              </a:r>
              <a:endParaRPr lang="en-AU" sz="16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endParaRPr>
            </a:p>
          </p:txBody>
        </p:sp>
        <p:sp>
          <p:nvSpPr>
            <p:cNvPr id="100" name="Text Placeholder 2"/>
            <p:cNvSpPr txBox="1"/>
            <p:nvPr/>
          </p:nvSpPr>
          <p:spPr>
            <a:xfrm rot="21587581">
              <a:off x="3032038" y="1818132"/>
              <a:ext cx="1753463" cy="421918"/>
            </a:xfrm>
            <a:prstGeom prst="rect">
              <a:avLst/>
            </a:prstGeom>
            <a:noFill/>
            <a:ln>
              <a:noFill/>
            </a:ln>
          </p:spPr>
          <p:txBody>
            <a:bodyPr/>
            <a:lstStyle>
              <a:lvl1pPr lvl="0">
                <a:defRPr>
                  <a:solidFill>
                    <a:schemeClr val="tx1"/>
                  </a:solidFill>
                  <a:latin typeface="Open Sans"/>
                  <a:ea typeface="MS PGothic" panose="020B0600070205080204" charset="-128"/>
                </a:defRPr>
              </a:lvl1pPr>
              <a:lvl2pPr marL="742950" lvl="1" indent="-285750">
                <a:defRPr>
                  <a:solidFill>
                    <a:schemeClr val="tx1"/>
                  </a:solidFill>
                  <a:latin typeface="Open Sans"/>
                  <a:ea typeface="MS PGothic" panose="020B0600070205080204" charset="-128"/>
                </a:defRPr>
              </a:lvl2pPr>
              <a:lvl3pPr marL="1143000" lvl="2" indent="-228600">
                <a:defRPr>
                  <a:solidFill>
                    <a:schemeClr val="tx1"/>
                  </a:solidFill>
                  <a:latin typeface="Open Sans"/>
                  <a:ea typeface="MS PGothic" panose="020B0600070205080204" charset="-128"/>
                </a:defRPr>
              </a:lvl3pPr>
              <a:lvl4pPr marL="1600200" lvl="3" indent="-228600">
                <a:defRPr>
                  <a:solidFill>
                    <a:schemeClr val="tx1"/>
                  </a:solidFill>
                  <a:latin typeface="Open Sans"/>
                  <a:ea typeface="MS PGothic" panose="020B0600070205080204" charset="-128"/>
                </a:defRPr>
              </a:lvl4pPr>
              <a:lvl5pPr marL="2057400" lvl="4" indent="-228600">
                <a:defRPr>
                  <a:solidFill>
                    <a:schemeClr val="tx1"/>
                  </a:solidFill>
                  <a:latin typeface="Open Sans"/>
                  <a:ea typeface="MS PGothic" panose="020B0600070205080204" charset="-128"/>
                </a:defRPr>
              </a:lvl5pPr>
              <a:lvl6pPr marL="2514600" lvl="5" indent="-228600">
                <a:spcBef>
                  <a:spcPct val="0"/>
                </a:spcBef>
                <a:spcAft>
                  <a:spcPct val="0"/>
                </a:spcAft>
                <a:defRPr>
                  <a:solidFill>
                    <a:schemeClr val="tx1"/>
                  </a:solidFill>
                  <a:latin typeface="Open Sans"/>
                  <a:ea typeface="MS PGothic" panose="020B0600070205080204" charset="-128"/>
                </a:defRPr>
              </a:lvl6pPr>
              <a:lvl7pPr marL="2971800" lvl="6" indent="-228600">
                <a:spcBef>
                  <a:spcPct val="0"/>
                </a:spcBef>
                <a:spcAft>
                  <a:spcPct val="0"/>
                </a:spcAft>
                <a:defRPr>
                  <a:solidFill>
                    <a:schemeClr val="tx1"/>
                  </a:solidFill>
                  <a:latin typeface="Open Sans"/>
                  <a:ea typeface="MS PGothic" panose="020B0600070205080204" charset="-128"/>
                </a:defRPr>
              </a:lvl7pPr>
              <a:lvl8pPr marL="3429000" lvl="7" indent="-228600">
                <a:spcBef>
                  <a:spcPct val="0"/>
                </a:spcBef>
                <a:spcAft>
                  <a:spcPct val="0"/>
                </a:spcAft>
                <a:defRPr>
                  <a:solidFill>
                    <a:schemeClr val="tx1"/>
                  </a:solidFill>
                  <a:latin typeface="Open Sans"/>
                  <a:ea typeface="MS PGothic" panose="020B0600070205080204" charset="-128"/>
                </a:defRPr>
              </a:lvl8pPr>
              <a:lvl9pPr marL="3886200" lvl="8" indent="-228600">
                <a:spcBef>
                  <a:spcPct val="0"/>
                </a:spcBef>
                <a:spcAft>
                  <a:spcPct val="0"/>
                </a:spcAft>
                <a:defRPr>
                  <a:solidFill>
                    <a:schemeClr val="tx1"/>
                  </a:solidFill>
                  <a:latin typeface="Open Sans"/>
                  <a:ea typeface="MS PGothic" panose="020B0600070205080204" charset="-128"/>
                </a:defRPr>
              </a:lvl9pPr>
            </a:lstStyle>
            <a:p>
              <a:pPr marL="0" lvl="0" indent="0" algn="l" defTabSz="457200">
                <a:lnSpc>
                  <a:spcPct val="100000"/>
                </a:lnSpc>
                <a:spcBef>
                  <a:spcPts val="0"/>
                </a:spcBef>
                <a:spcAft>
                  <a:spcPts val="0"/>
                </a:spcAft>
                <a:buNone/>
              </a:pPr>
              <a:r>
                <a:rPr lang="zh-CN" sz="1200" b="0" i="0" u="none" strike="noStrike" kern="1200" spc="0" baseline="0">
                  <a:solidFill>
                    <a:srgbClr val="FFFFFF">
                      <a:lumMod val="65000"/>
                      <a:lumOff val="35000"/>
                    </a:srgbClr>
                  </a:solidFill>
                  <a:latin typeface="微软雅黑" panose="020B0503020204020204" pitchFamily="34" charset="-122"/>
                  <a:ea typeface="微软雅黑" panose="020B0503020204020204" pitchFamily="34" charset="-122"/>
                </a:rPr>
                <a:t>文</a:t>
              </a:r>
              <a:r>
                <a:rPr lang="zh-CN" sz="1400" b="0" i="0" u="none" strike="noStrike" kern="0" spc="0" baseline="0">
                  <a:solidFill>
                    <a:srgbClr val="1D73DA"/>
                  </a:solidFill>
                  <a:latin typeface="+mn-lt"/>
                  <a:ea typeface="+mn-lt"/>
                  <a:cs typeface="+mn-lt"/>
                </a:rPr>
                <a:t>薛艺佳</a:t>
              </a:r>
              <a:r>
                <a:rPr lang="en-US" sz="1400" b="0" i="0" u="none" strike="noStrike" kern="0" spc="0" baseline="0">
                  <a:solidFill>
                    <a:srgbClr val="1D73DA"/>
                  </a:solidFill>
                  <a:latin typeface="+mn-lt"/>
                  <a:ea typeface="+mn-lt"/>
                  <a:cs typeface="+mn-lt"/>
                </a:rPr>
                <a:t>  </a:t>
              </a:r>
              <a:r>
                <a:rPr lang="zh-CN" sz="1400" b="0" i="0" u="none" strike="noStrike" kern="0" spc="0" baseline="0">
                  <a:solidFill>
                    <a:srgbClr val="1D73DA"/>
                  </a:solidFill>
                  <a:latin typeface="+mn-lt"/>
                  <a:ea typeface="+mn-lt"/>
                  <a:cs typeface="+mn-lt"/>
                </a:rPr>
                <a:t>参与团队项目的前端设计和单元检测，负责项目的前期的计划管理与项目的进度监督。在所在团队任职项目管理负责人，负责团队的管理和运营</a:t>
              </a:r>
              <a:endParaRPr lang="en-US" sz="1400" b="0" i="0" u="none" strike="noStrike" kern="0" spc="0" baseline="0">
                <a:solidFill>
                  <a:srgbClr val="1D73DA"/>
                </a:solidFill>
                <a:latin typeface="+mn-lt"/>
                <a:ea typeface="+mn-lt"/>
                <a:cs typeface="+mn-lt"/>
              </a:endParaRPr>
            </a:p>
            <a:p>
              <a:pPr marL="0" lvl="0" indent="0" algn="l" defTabSz="457200">
                <a:lnSpc>
                  <a:spcPct val="100000"/>
                </a:lnSpc>
                <a:spcBef>
                  <a:spcPts val="0"/>
                </a:spcBef>
                <a:spcAft>
                  <a:spcPts val="0"/>
                </a:spcAft>
                <a:buNone/>
              </a:pPr>
              <a:r>
                <a:rPr lang="zh-CN" sz="1200" b="0" i="0" u="none" strike="noStrike" kern="1200" spc="0" baseline="0">
                  <a:solidFill>
                    <a:srgbClr val="FFFFFF">
                      <a:lumMod val="65000"/>
                      <a:lumOff val="35000"/>
                    </a:srgbClr>
                  </a:solidFill>
                  <a:latin typeface="+mn-lt"/>
                  <a:ea typeface="+mn-lt"/>
                  <a:cs typeface="+mn-lt"/>
                </a:rPr>
                <a:t>精炼不用多余的</a:t>
              </a:r>
              <a:endParaRPr lang="en-US" sz="1200" b="0" i="0" u="none" strike="noStrike" kern="1200" spc="0" baseline="0">
                <a:solidFill>
                  <a:srgbClr val="FFFFFF">
                    <a:lumMod val="65000"/>
                    <a:lumOff val="35000"/>
                  </a:srgbClr>
                </a:solidFill>
                <a:latin typeface="+mn-lt"/>
                <a:ea typeface="+mn-lt"/>
                <a:cs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500" fill="hold"/>
                                        <p:tgtEl>
                                          <p:spTgt spid="83"/>
                                        </p:tgtEl>
                                        <p:attrNameLst>
                                          <p:attrName>ppt_x</p:attrName>
                                        </p:attrNameLst>
                                      </p:cBhvr>
                                      <p:tavLst>
                                        <p:tav tm="0">
                                          <p:val>
                                            <p:strVal val="#ppt_x"/>
                                          </p:val>
                                        </p:tav>
                                        <p:tav tm="100000">
                                          <p:val>
                                            <p:strVal val="#ppt_x"/>
                                          </p:val>
                                        </p:tav>
                                      </p:tavLst>
                                    </p:anim>
                                    <p:anim calcmode="lin" valueType="num">
                                      <p:cBhvr additive="base">
                                        <p:cTn id="8" dur="500" fill="hold"/>
                                        <p:tgtEl>
                                          <p:spTgt spid="8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par>
                          <p:cTn id="21" fill="hold">
                            <p:stCondLst>
                              <p:cond delay="2000"/>
                            </p:stCondLst>
                            <p:childTnLst>
                              <p:par>
                                <p:cTn id="22" presetID="2" presetClass="entr" presetSubtype="8" fill="hold" nodeType="afterEffect">
                                  <p:stCondLst>
                                    <p:cond delay="0"/>
                                  </p:stCondLst>
                                  <p:childTnLst>
                                    <p:set>
                                      <p:cBhvr>
                                        <p:cTn id="23" dur="1" fill="hold">
                                          <p:stCondLst>
                                            <p:cond delay="0"/>
                                          </p:stCondLst>
                                        </p:cTn>
                                        <p:tgtEl>
                                          <p:spTgt spid="71"/>
                                        </p:tgtEl>
                                        <p:attrNameLst>
                                          <p:attrName>style.visibility</p:attrName>
                                        </p:attrNameLst>
                                      </p:cBhvr>
                                      <p:to>
                                        <p:strVal val="visible"/>
                                      </p:to>
                                    </p:set>
                                    <p:anim calcmode="lin" valueType="num">
                                      <p:cBhvr additive="base">
                                        <p:cTn id="24" dur="500" fill="hold"/>
                                        <p:tgtEl>
                                          <p:spTgt spid="71"/>
                                        </p:tgtEl>
                                        <p:attrNameLst>
                                          <p:attrName>ppt_x</p:attrName>
                                        </p:attrNameLst>
                                      </p:cBhvr>
                                      <p:tavLst>
                                        <p:tav tm="0">
                                          <p:val>
                                            <p:strVal val="0-#ppt_w/2"/>
                                          </p:val>
                                        </p:tav>
                                        <p:tav tm="100000">
                                          <p:val>
                                            <p:strVal val="#ppt_x"/>
                                          </p:val>
                                        </p:tav>
                                      </p:tavLst>
                                    </p:anim>
                                    <p:anim calcmode="lin" valueType="num">
                                      <p:cBhvr additive="base">
                                        <p:cTn id="25" dur="500" fill="hold"/>
                                        <p:tgtEl>
                                          <p:spTgt spid="71"/>
                                        </p:tgtEl>
                                        <p:attrNameLst>
                                          <p:attrName>ppt_y</p:attrName>
                                        </p:attrNameLst>
                                      </p:cBhvr>
                                      <p:tavLst>
                                        <p:tav tm="0">
                                          <p:val>
                                            <p:strVal val="#ppt_y"/>
                                          </p:val>
                                        </p:tav>
                                        <p:tav tm="100000">
                                          <p:val>
                                            <p:strVal val="#ppt_y"/>
                                          </p:val>
                                        </p:tav>
                                      </p:tavLst>
                                    </p:anim>
                                  </p:childTnLst>
                                </p:cTn>
                              </p:par>
                            </p:childTnLst>
                          </p:cTn>
                        </p:par>
                        <p:par>
                          <p:cTn id="26" fill="hold">
                            <p:stCondLst>
                              <p:cond delay="2500"/>
                            </p:stCondLst>
                            <p:childTnLst>
                              <p:par>
                                <p:cTn id="27" presetID="10" presetClass="entr" presetSubtype="0" fill="hold"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par>
                          <p:cTn id="34" fill="hold">
                            <p:stCondLst>
                              <p:cond delay="3500"/>
                            </p:stCondLst>
                            <p:childTnLst>
                              <p:par>
                                <p:cTn id="35" presetID="2" presetClass="entr" presetSubtype="8" fill="hold" nodeType="afterEffect">
                                  <p:stCondLst>
                                    <p:cond delay="0"/>
                                  </p:stCondLst>
                                  <p:childTnLst>
                                    <p:set>
                                      <p:cBhvr>
                                        <p:cTn id="36" dur="1" fill="hold">
                                          <p:stCondLst>
                                            <p:cond delay="0"/>
                                          </p:stCondLst>
                                        </p:cTn>
                                        <p:tgtEl>
                                          <p:spTgt spid="77"/>
                                        </p:tgtEl>
                                        <p:attrNameLst>
                                          <p:attrName>style.visibility</p:attrName>
                                        </p:attrNameLst>
                                      </p:cBhvr>
                                      <p:to>
                                        <p:strVal val="visible"/>
                                      </p:to>
                                    </p:set>
                                    <p:anim calcmode="lin" valueType="num">
                                      <p:cBhvr additive="base">
                                        <p:cTn id="37" dur="500" fill="hold"/>
                                        <p:tgtEl>
                                          <p:spTgt spid="77"/>
                                        </p:tgtEl>
                                        <p:attrNameLst>
                                          <p:attrName>ppt_x</p:attrName>
                                        </p:attrNameLst>
                                      </p:cBhvr>
                                      <p:tavLst>
                                        <p:tav tm="0">
                                          <p:val>
                                            <p:strVal val="0-#ppt_w/2"/>
                                          </p:val>
                                        </p:tav>
                                        <p:tav tm="100000">
                                          <p:val>
                                            <p:strVal val="#ppt_x"/>
                                          </p:val>
                                        </p:tav>
                                      </p:tavLst>
                                    </p:anim>
                                    <p:anim calcmode="lin" valueType="num">
                                      <p:cBhvr additive="base">
                                        <p:cTn id="38" dur="500" fill="hold"/>
                                        <p:tgtEl>
                                          <p:spTgt spid="77"/>
                                        </p:tgtEl>
                                        <p:attrNameLst>
                                          <p:attrName>ppt_y</p:attrName>
                                        </p:attrNameLst>
                                      </p:cBhvr>
                                      <p:tavLst>
                                        <p:tav tm="0">
                                          <p:val>
                                            <p:strVal val="#ppt_y"/>
                                          </p:val>
                                        </p:tav>
                                        <p:tav tm="100000">
                                          <p:val>
                                            <p:strVal val="#ppt_y"/>
                                          </p:val>
                                        </p:tav>
                                      </p:tavLst>
                                    </p:anim>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95"/>
                                        </p:tgtEl>
                                        <p:attrNameLst>
                                          <p:attrName>style.visibility</p:attrName>
                                        </p:attrNameLst>
                                      </p:cBhvr>
                                      <p:to>
                                        <p:strVal val="visible"/>
                                      </p:to>
                                    </p:set>
                                    <p:animEffect transition="in" filter="fade">
                                      <p:cBhvr>
                                        <p:cTn id="46" dur="500"/>
                                        <p:tgtEl>
                                          <p:spTgt spid="95"/>
                                        </p:tgtEl>
                                      </p:cBhvr>
                                    </p:animEffect>
                                  </p:childTnLst>
                                </p:cTn>
                              </p:par>
                            </p:childTnLst>
                          </p:cTn>
                        </p:par>
                        <p:par>
                          <p:cTn id="47" fill="hold">
                            <p:stCondLst>
                              <p:cond delay="5000"/>
                            </p:stCondLst>
                            <p:childTnLst>
                              <p:par>
                                <p:cTn id="48" presetID="2" presetClass="entr" presetSubtype="2" fill="hold" nodeType="afterEffect">
                                  <p:stCondLst>
                                    <p:cond delay="0"/>
                                  </p:stCondLst>
                                  <p:childTnLst>
                                    <p:set>
                                      <p:cBhvr>
                                        <p:cTn id="49" dur="1" fill="hold">
                                          <p:stCondLst>
                                            <p:cond delay="0"/>
                                          </p:stCondLst>
                                        </p:cTn>
                                        <p:tgtEl>
                                          <p:spTgt spid="98"/>
                                        </p:tgtEl>
                                        <p:attrNameLst>
                                          <p:attrName>style.visibility</p:attrName>
                                        </p:attrNameLst>
                                      </p:cBhvr>
                                      <p:to>
                                        <p:strVal val="visible"/>
                                      </p:to>
                                    </p:set>
                                    <p:anim calcmode="lin" valueType="num">
                                      <p:cBhvr additive="base">
                                        <p:cTn id="50" dur="500" fill="hold"/>
                                        <p:tgtEl>
                                          <p:spTgt spid="98"/>
                                        </p:tgtEl>
                                        <p:attrNameLst>
                                          <p:attrName>ppt_x</p:attrName>
                                        </p:attrNameLst>
                                      </p:cBhvr>
                                      <p:tavLst>
                                        <p:tav tm="0">
                                          <p:val>
                                            <p:strVal val="1+#ppt_w/2"/>
                                          </p:val>
                                        </p:tav>
                                        <p:tav tm="100000">
                                          <p:val>
                                            <p:strVal val="#ppt_x"/>
                                          </p:val>
                                        </p:tav>
                                      </p:tavLst>
                                    </p:anim>
                                    <p:anim calcmode="lin" valueType="num">
                                      <p:cBhvr additive="base">
                                        <p:cTn id="51" dur="500" fill="hold"/>
                                        <p:tgtEl>
                                          <p:spTgt spid="98"/>
                                        </p:tgtEl>
                                        <p:attrNameLst>
                                          <p:attrName>ppt_y</p:attrName>
                                        </p:attrNameLst>
                                      </p:cBhvr>
                                      <p:tavLst>
                                        <p:tav tm="0">
                                          <p:val>
                                            <p:strVal val="#ppt_y"/>
                                          </p:val>
                                        </p:tav>
                                        <p:tav tm="100000">
                                          <p:val>
                                            <p:strVal val="#ppt_y"/>
                                          </p:val>
                                        </p:tav>
                                      </p:tavLst>
                                    </p:anim>
                                  </p:childTnLst>
                                </p:cTn>
                              </p:par>
                            </p:childTnLst>
                          </p:cTn>
                        </p:par>
                        <p:par>
                          <p:cTn id="52" fill="hold">
                            <p:stCondLst>
                              <p:cond delay="5500"/>
                            </p:stCondLst>
                            <p:childTnLst>
                              <p:par>
                                <p:cTn id="53" presetID="10" presetClass="entr" presetSubtype="0" fill="hold" nodeType="after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500"/>
                                        <p:tgtEl>
                                          <p:spTgt spid="43"/>
                                        </p:tgtEl>
                                      </p:cBhvr>
                                    </p:animEffect>
                                  </p:childTnLst>
                                </p:cTn>
                              </p:par>
                            </p:childTnLst>
                          </p:cTn>
                        </p:par>
                        <p:par>
                          <p:cTn id="56" fill="hold">
                            <p:stCondLst>
                              <p:cond delay="6000"/>
                            </p:stCondLst>
                            <p:childTnLst>
                              <p:par>
                                <p:cTn id="57" presetID="10" presetClass="entr" presetSubtype="0" fill="hold"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6500"/>
                            </p:stCondLst>
                            <p:childTnLst>
                              <p:par>
                                <p:cTn id="61" presetID="2" presetClass="entr" presetSubtype="2" fill="hold" nodeType="afterEffect">
                                  <p:stCondLst>
                                    <p:cond delay="0"/>
                                  </p:stCondLst>
                                  <p:childTnLst>
                                    <p:set>
                                      <p:cBhvr>
                                        <p:cTn id="62" dur="1" fill="hold">
                                          <p:stCondLst>
                                            <p:cond delay="0"/>
                                          </p:stCondLst>
                                        </p:cTn>
                                        <p:tgtEl>
                                          <p:spTgt spid="80"/>
                                        </p:tgtEl>
                                        <p:attrNameLst>
                                          <p:attrName>style.visibility</p:attrName>
                                        </p:attrNameLst>
                                      </p:cBhvr>
                                      <p:to>
                                        <p:strVal val="visible"/>
                                      </p:to>
                                    </p:set>
                                    <p:anim calcmode="lin" valueType="num">
                                      <p:cBhvr additive="base">
                                        <p:cTn id="63" dur="500" fill="hold"/>
                                        <p:tgtEl>
                                          <p:spTgt spid="80"/>
                                        </p:tgtEl>
                                        <p:attrNameLst>
                                          <p:attrName>ppt_x</p:attrName>
                                        </p:attrNameLst>
                                      </p:cBhvr>
                                      <p:tavLst>
                                        <p:tav tm="0">
                                          <p:val>
                                            <p:strVal val="1+#ppt_w/2"/>
                                          </p:val>
                                        </p:tav>
                                        <p:tav tm="100000">
                                          <p:val>
                                            <p:strVal val="#ppt_x"/>
                                          </p:val>
                                        </p:tav>
                                      </p:tavLst>
                                    </p:anim>
                                    <p:anim calcmode="lin" valueType="num">
                                      <p:cBhvr additive="base">
                                        <p:cTn id="64" dur="500" fill="hold"/>
                                        <p:tgtEl>
                                          <p:spTgt spid="80"/>
                                        </p:tgtEl>
                                        <p:attrNameLst>
                                          <p:attrName>ppt_y</p:attrName>
                                        </p:attrNameLst>
                                      </p:cBhvr>
                                      <p:tavLst>
                                        <p:tav tm="0">
                                          <p:val>
                                            <p:strVal val="#ppt_y"/>
                                          </p:val>
                                        </p:tav>
                                        <p:tav tm="100000">
                                          <p:val>
                                            <p:strVal val="#ppt_y"/>
                                          </p:val>
                                        </p:tav>
                                      </p:tavLst>
                                    </p:anim>
                                  </p:childTnLst>
                                </p:cTn>
                              </p:par>
                            </p:childTnLst>
                          </p:cTn>
                        </p:par>
                        <p:par>
                          <p:cTn id="65" fill="hold">
                            <p:stCondLst>
                              <p:cond delay="7000"/>
                            </p:stCondLst>
                            <p:childTnLst>
                              <p:par>
                                <p:cTn id="66" presetID="10" presetClass="entr" presetSubtype="0" fill="hold" nodeType="afterEffect">
                                  <p:stCondLst>
                                    <p:cond delay="0"/>
                                  </p:stCondLst>
                                  <p:childTnLst>
                                    <p:set>
                                      <p:cBhvr>
                                        <p:cTn id="67" dur="1" fill="hold">
                                          <p:stCondLst>
                                            <p:cond delay="0"/>
                                          </p:stCondLst>
                                        </p:cTn>
                                        <p:tgtEl>
                                          <p:spTgt spid="61"/>
                                        </p:tgtEl>
                                        <p:attrNameLst>
                                          <p:attrName>style.visibility</p:attrName>
                                        </p:attrNameLst>
                                      </p:cBhvr>
                                      <p:to>
                                        <p:strVal val="visible"/>
                                      </p:to>
                                    </p:set>
                                    <p:animEffect transition="in" filter="fade">
                                      <p:cBhvr>
                                        <p:cTn id="68" dur="500"/>
                                        <p:tgtEl>
                                          <p:spTgt spid="61"/>
                                        </p:tgtEl>
                                      </p:cBhvr>
                                    </p:animEffect>
                                  </p:childTnLst>
                                </p:cTn>
                              </p:par>
                            </p:childTnLst>
                          </p:cTn>
                        </p:par>
                        <p:par>
                          <p:cTn id="69" fill="hold">
                            <p:stCondLst>
                              <p:cond delay="7500"/>
                            </p:stCondLst>
                            <p:childTnLst>
                              <p:par>
                                <p:cTn id="70" presetID="10" presetClass="entr" presetSubtype="0" fill="hold"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childTnLst>
                          </p:cTn>
                        </p:par>
                        <p:par>
                          <p:cTn id="73" fill="hold">
                            <p:stCondLst>
                              <p:cond delay="8000"/>
                            </p:stCondLst>
                            <p:childTnLst>
                              <p:par>
                                <p:cTn id="74" presetID="2" presetClass="entr" presetSubtype="2" fill="hold" nodeType="afterEffect">
                                  <p:stCondLst>
                                    <p:cond delay="0"/>
                                  </p:stCondLst>
                                  <p:childTnLst>
                                    <p:set>
                                      <p:cBhvr>
                                        <p:cTn id="75" dur="1" fill="hold">
                                          <p:stCondLst>
                                            <p:cond delay="0"/>
                                          </p:stCondLst>
                                        </p:cTn>
                                        <p:tgtEl>
                                          <p:spTgt spid="74"/>
                                        </p:tgtEl>
                                        <p:attrNameLst>
                                          <p:attrName>style.visibility</p:attrName>
                                        </p:attrNameLst>
                                      </p:cBhvr>
                                      <p:to>
                                        <p:strVal val="visible"/>
                                      </p:to>
                                    </p:set>
                                    <p:anim calcmode="lin" valueType="num">
                                      <p:cBhvr additive="base">
                                        <p:cTn id="76" dur="500" fill="hold"/>
                                        <p:tgtEl>
                                          <p:spTgt spid="74"/>
                                        </p:tgtEl>
                                        <p:attrNameLst>
                                          <p:attrName>ppt_x</p:attrName>
                                        </p:attrNameLst>
                                      </p:cBhvr>
                                      <p:tavLst>
                                        <p:tav tm="0">
                                          <p:val>
                                            <p:strVal val="1+#ppt_w/2"/>
                                          </p:val>
                                        </p:tav>
                                        <p:tav tm="100000">
                                          <p:val>
                                            <p:strVal val="#ppt_x"/>
                                          </p:val>
                                        </p:tav>
                                      </p:tavLst>
                                    </p:anim>
                                    <p:anim calcmode="lin" valueType="num">
                                      <p:cBhvr additive="base">
                                        <p:cTn id="77" dur="500" fill="hold"/>
                                        <p:tgtEl>
                                          <p:spTgt spid="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0234" y="857747"/>
            <a:ext cx="4242464" cy="5234608"/>
          </a:xfrm>
          <a:prstGeom prst="rect">
            <a:avLst/>
          </a:prstGeom>
          <a:blipFill dpi="0" rotWithShape="1">
            <a:blip r:embed="rId3">
              <a:extLst>
                <a:ext uri="{28A0092B-C50C-407E-A947-70E740481C1C}">
                  <a14:useLocalDpi xmlns:a14="http://schemas.microsoft.com/office/drawing/2010/main" val="0"/>
                </a:ext>
              </a:extLst>
            </a:blip>
            <a:srcRect/>
            <a:stretch>
              <a:fillRect l="-4000" r="-2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Calibri" panose="020F0502020204030204"/>
              <a:ea typeface="等线" panose="02010600030101010101" charset="-122"/>
              <a:cs typeface="+mn-cs"/>
            </a:endParaRPr>
          </a:p>
        </p:txBody>
      </p:sp>
      <p:sp>
        <p:nvSpPr>
          <p:cNvPr id="17" name="矩形 16"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864880" y="2360390"/>
            <a:ext cx="3928810" cy="76944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资金详情</a:t>
            </a:r>
          </a:p>
        </p:txBody>
      </p:sp>
      <p:sp>
        <p:nvSpPr>
          <p:cNvPr id="26" name="矩形 25"/>
          <p:cNvSpPr/>
          <p:nvPr/>
        </p:nvSpPr>
        <p:spPr>
          <a:xfrm>
            <a:off x="5982243" y="3618188"/>
            <a:ext cx="794343" cy="794343"/>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02</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28" name="矩形 27" descr="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
          <p:cNvSpPr/>
          <p:nvPr/>
        </p:nvSpPr>
        <p:spPr>
          <a:xfrm>
            <a:off x="6864880" y="3643090"/>
            <a:ext cx="4136200" cy="76944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ea"/>
                <a:sym typeface="Calibri" panose="020F0502020204030204" pitchFamily="34" charset="0"/>
              </a:rPr>
              <a:t>风险分析及对策</a:t>
            </a:r>
          </a:p>
        </p:txBody>
      </p:sp>
      <p:pic>
        <p:nvPicPr>
          <p:cNvPr id="23" name="图片 22"/>
          <p:cNvPicPr>
            <a:picLocks noChangeAspect="1"/>
          </p:cNvPicPr>
          <p:nvPr/>
        </p:nvPicPr>
        <p:blipFill>
          <a:blip r:embed="rId4" cstate="print">
            <a:biLevel thresh="75000"/>
            <a:extLst>
              <a:ext uri="{28A0092B-C50C-407E-A947-70E740481C1C}">
                <a14:useLocalDpi xmlns:a14="http://schemas.microsoft.com/office/drawing/2010/main" val="0"/>
              </a:ext>
            </a:extLst>
          </a:blip>
          <a:stretch>
            <a:fillRect/>
          </a:stretch>
        </p:blipFill>
        <p:spPr>
          <a:xfrm>
            <a:off x="840535" y="1209161"/>
            <a:ext cx="3693758" cy="2922269"/>
          </a:xfrm>
          <a:prstGeom prst="rect">
            <a:avLst/>
          </a:prstGeom>
        </p:spPr>
      </p:pic>
      <p:cxnSp>
        <p:nvCxnSpPr>
          <p:cNvPr id="20" name="直接连接符 19"/>
          <p:cNvCxnSpPr/>
          <p:nvPr/>
        </p:nvCxnSpPr>
        <p:spPr>
          <a:xfrm>
            <a:off x="3069230" y="3925185"/>
            <a:ext cx="296269"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908777" y="2973841"/>
            <a:ext cx="3625516" cy="52322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04040"/>
                </a:solidFill>
                <a:effectLst/>
                <a:uLnTx/>
                <a:uFillTx/>
                <a:latin typeface="Calibri" panose="020F0502020204030204"/>
                <a:ea typeface="等线" panose="02010600030101010101" charset="-122"/>
                <a:cs typeface="+mn-cs"/>
              </a:rPr>
              <a:t> </a:t>
            </a:r>
            <a:endParaRPr kumimoji="0" lang="zh-CN" altLang="en-US" sz="2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30" name="矩形 29"/>
          <p:cNvSpPr/>
          <p:nvPr/>
        </p:nvSpPr>
        <p:spPr>
          <a:xfrm>
            <a:off x="5982242" y="2302671"/>
            <a:ext cx="794343" cy="794343"/>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rPr>
              <a:t>01</a:t>
            </a:r>
            <a:endParaRPr kumimoji="0" lang="zh-CN" altLang="en-US" sz="2400" b="0" i="0" u="none" strike="noStrike" kern="1200" cap="none" spc="0" normalizeH="0" baseline="0" noProof="0" dirty="0">
              <a:ln>
                <a:noFill/>
              </a:ln>
              <a:solidFill>
                <a:srgbClr val="404040"/>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5" name="文本框 4"/>
          <p:cNvSpPr txBox="1"/>
          <p:nvPr/>
        </p:nvSpPr>
        <p:spPr>
          <a:xfrm>
            <a:off x="1322099" y="1967137"/>
            <a:ext cx="273063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rPr>
              <a:t>财务分析</a:t>
            </a:r>
          </a:p>
        </p:txBody>
      </p:sp>
      <p:sp>
        <p:nvSpPr>
          <p:cNvPr id="6" name="文本框 5"/>
          <p:cNvSpPr txBox="1"/>
          <p:nvPr/>
        </p:nvSpPr>
        <p:spPr>
          <a:xfrm>
            <a:off x="1322099" y="3018444"/>
            <a:ext cx="2898764"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rPr>
              <a:t>Financial analysis</a:t>
            </a:r>
            <a:endParaRPr kumimoji="0" lang="zh-CN" altLang="en-US" sz="2800" b="1" i="0" u="none" strike="noStrike" kern="1200" cap="none" spc="0" normalizeH="0" baseline="0" noProof="0" dirty="0">
              <a:ln>
                <a:noFill/>
              </a:ln>
              <a:solidFill>
                <a:srgbClr val="1B79B8"/>
              </a:solidFill>
              <a:effectLst/>
              <a:uLnTx/>
              <a:uFillTx/>
              <a:latin typeface="Calibri" panose="020F0502020204030204" pitchFamily="34" charset="0"/>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500" advTm="3000">
        <p14:shred/>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45177" y="1772817"/>
            <a:ext cx="45719" cy="3996444"/>
          </a:xfrm>
          <a:prstGeom prst="rect">
            <a:avLst/>
          </a:prstGeom>
          <a:solidFill>
            <a:schemeClr val="bg2">
              <a:lumMod val="100000"/>
            </a:schemeClr>
          </a:solidFill>
          <a:ln w="12700">
            <a:solidFill>
              <a:schemeClr val="bg1">
                <a:lumMod val="95000"/>
              </a:schemeClr>
            </a:solidFill>
            <a:prstDash val="solid"/>
            <a:miter/>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grpSp>
        <p:nvGrpSpPr>
          <p:cNvPr id="5" name="组合 4"/>
          <p:cNvGrpSpPr/>
          <p:nvPr/>
        </p:nvGrpSpPr>
        <p:grpSpPr>
          <a:xfrm>
            <a:off x="2957865" y="1825343"/>
            <a:ext cx="2653462" cy="1234483"/>
            <a:chOff x="3118502" y="1456171"/>
            <a:chExt cx="2653462" cy="1234483"/>
          </a:xfrm>
        </p:grpSpPr>
        <p:grpSp>
          <p:nvGrpSpPr>
            <p:cNvPr id="22" name="组合 21"/>
            <p:cNvGrpSpPr/>
            <p:nvPr/>
          </p:nvGrpSpPr>
          <p:grpSpPr>
            <a:xfrm>
              <a:off x="4559236" y="1456171"/>
              <a:ext cx="1212728" cy="1234483"/>
              <a:chOff x="4816253" y="1456171"/>
              <a:chExt cx="1212728" cy="1234483"/>
            </a:xfrm>
          </p:grpSpPr>
          <p:sp>
            <p:nvSpPr>
              <p:cNvPr id="26" name="对角圆角矩形 26"/>
              <p:cNvSpPr/>
              <p:nvPr/>
            </p:nvSpPr>
            <p:spPr>
              <a:xfrm rot="16200000">
                <a:off x="4805375" y="1467049"/>
                <a:ext cx="1234483" cy="1212728"/>
              </a:xfrm>
              <a:prstGeom prst="round2DiagRect">
                <a:avLst>
                  <a:gd name="adj1" fmla="val 50000"/>
                  <a:gd name="adj2" fmla="val 0"/>
                </a:avLst>
              </a:prstGeom>
              <a:noFill/>
              <a:ln w="28575">
                <a:solidFill>
                  <a:schemeClr val="accent1"/>
                </a:solidFill>
                <a:prstDash val="solid"/>
                <a:miter/>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sp>
            <p:nvSpPr>
              <p:cNvPr id="27" name="对角圆角矩形 27"/>
              <p:cNvSpPr/>
              <p:nvPr/>
            </p:nvSpPr>
            <p:spPr>
              <a:xfrm rot="16200000">
                <a:off x="4916607" y="1564059"/>
                <a:ext cx="1034918" cy="1016679"/>
              </a:xfrm>
              <a:prstGeom prst="round2DiagRect">
                <a:avLst>
                  <a:gd name="adj1" fmla="val 50000"/>
                  <a:gd name="adj2" fmla="val 0"/>
                </a:avLst>
              </a:prstGeom>
              <a:solidFill>
                <a:schemeClr val="accent1"/>
              </a:solidFill>
              <a:ln w="12700">
                <a:solidFill>
                  <a:schemeClr val="accent1"/>
                </a:solidFill>
                <a:prstDash val="solid"/>
                <a:miter/>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sp>
            <p:nvSpPr>
              <p:cNvPr id="28" name="任意多边形 28"/>
              <p:cNvSpPr/>
              <p:nvPr/>
            </p:nvSpPr>
            <p:spPr>
              <a:xfrm>
                <a:off x="5250981" y="1792284"/>
                <a:ext cx="393853" cy="579957"/>
              </a:xfrm>
              <a:custGeom>
                <a:avLst/>
                <a:gdLst/>
                <a:ahLst/>
                <a:cxnLst/>
                <a:rect l="0" t="0" r="r" b="b"/>
                <a:pathLst>
                  <a:path w="393853" h="579957">
                    <a:moveTo>
                      <a:pt x="346966" y="271270"/>
                    </a:moveTo>
                    <a:cubicBezTo>
                      <a:pt x="328211" y="299333"/>
                      <a:pt x="290701" y="346103"/>
                      <a:pt x="290701" y="383520"/>
                    </a:cubicBezTo>
                    <a:cubicBezTo>
                      <a:pt x="300078" y="392874"/>
                      <a:pt x="309456" y="402228"/>
                      <a:pt x="309456" y="411582"/>
                    </a:cubicBezTo>
                    <a:cubicBezTo>
                      <a:pt x="309456" y="420937"/>
                      <a:pt x="300078" y="430291"/>
                      <a:pt x="300078" y="439645"/>
                    </a:cubicBezTo>
                    <a:cubicBezTo>
                      <a:pt x="300078" y="439645"/>
                      <a:pt x="309456" y="448999"/>
                      <a:pt x="309456" y="458353"/>
                    </a:cubicBezTo>
                    <a:cubicBezTo>
                      <a:pt x="309456" y="477061"/>
                      <a:pt x="300078" y="486416"/>
                      <a:pt x="290701" y="495770"/>
                    </a:cubicBezTo>
                    <a:cubicBezTo>
                      <a:pt x="290701" y="495770"/>
                      <a:pt x="290701" y="505124"/>
                      <a:pt x="290701" y="505124"/>
                    </a:cubicBezTo>
                    <a:cubicBezTo>
                      <a:pt x="290701" y="533186"/>
                      <a:pt x="271946" y="542540"/>
                      <a:pt x="253191" y="542540"/>
                    </a:cubicBezTo>
                    <a:cubicBezTo>
                      <a:pt x="243814" y="570603"/>
                      <a:pt x="225059" y="579957"/>
                      <a:pt x="196927" y="579957"/>
                    </a:cubicBezTo>
                    <a:cubicBezTo>
                      <a:pt x="178172" y="579957"/>
                      <a:pt x="150039" y="570603"/>
                      <a:pt x="140662" y="542540"/>
                    </a:cubicBezTo>
                    <a:cubicBezTo>
                      <a:pt x="121907" y="542540"/>
                      <a:pt x="103152" y="533186"/>
                      <a:pt x="103152" y="505124"/>
                    </a:cubicBezTo>
                    <a:cubicBezTo>
                      <a:pt x="103152" y="505124"/>
                      <a:pt x="103152" y="495770"/>
                      <a:pt x="103152" y="495770"/>
                    </a:cubicBezTo>
                    <a:cubicBezTo>
                      <a:pt x="93775" y="486416"/>
                      <a:pt x="84397" y="477061"/>
                      <a:pt x="84397" y="458353"/>
                    </a:cubicBezTo>
                    <a:cubicBezTo>
                      <a:pt x="84397" y="448999"/>
                      <a:pt x="93775" y="439645"/>
                      <a:pt x="93775" y="439645"/>
                    </a:cubicBezTo>
                    <a:cubicBezTo>
                      <a:pt x="93775" y="430291"/>
                      <a:pt x="84397" y="420937"/>
                      <a:pt x="84397" y="411582"/>
                    </a:cubicBezTo>
                    <a:cubicBezTo>
                      <a:pt x="84397" y="402228"/>
                      <a:pt x="93775" y="392874"/>
                      <a:pt x="103152" y="383520"/>
                    </a:cubicBezTo>
                    <a:cubicBezTo>
                      <a:pt x="103152" y="346103"/>
                      <a:pt x="65642" y="299333"/>
                      <a:pt x="46887" y="271270"/>
                    </a:cubicBezTo>
                    <a:cubicBezTo>
                      <a:pt x="18755" y="243208"/>
                      <a:pt x="0" y="215145"/>
                      <a:pt x="0" y="168375"/>
                    </a:cubicBezTo>
                    <a:cubicBezTo>
                      <a:pt x="0" y="74833"/>
                      <a:pt x="103152" y="0"/>
                      <a:pt x="196927" y="0"/>
                    </a:cubicBezTo>
                    <a:cubicBezTo>
                      <a:pt x="290701" y="0"/>
                      <a:pt x="393853" y="74833"/>
                      <a:pt x="393853" y="168375"/>
                    </a:cubicBezTo>
                    <a:cubicBezTo>
                      <a:pt x="393853" y="215145"/>
                      <a:pt x="375098" y="243208"/>
                      <a:pt x="346966" y="271270"/>
                    </a:cubicBezTo>
                    <a:close/>
                    <a:moveTo>
                      <a:pt x="196927" y="56125"/>
                    </a:moveTo>
                    <a:cubicBezTo>
                      <a:pt x="131284" y="56125"/>
                      <a:pt x="56265" y="93541"/>
                      <a:pt x="56265" y="168375"/>
                    </a:cubicBezTo>
                    <a:cubicBezTo>
                      <a:pt x="56265" y="196437"/>
                      <a:pt x="65642" y="224499"/>
                      <a:pt x="75020" y="243208"/>
                    </a:cubicBezTo>
                    <a:cubicBezTo>
                      <a:pt x="84397" y="252562"/>
                      <a:pt x="93775" y="252562"/>
                      <a:pt x="103152" y="261916"/>
                    </a:cubicBezTo>
                    <a:cubicBezTo>
                      <a:pt x="131284" y="299333"/>
                      <a:pt x="150039" y="336749"/>
                      <a:pt x="150039" y="374166"/>
                    </a:cubicBezTo>
                    <a:cubicBezTo>
                      <a:pt x="243814" y="374166"/>
                      <a:pt x="243814" y="374166"/>
                      <a:pt x="243814" y="374166"/>
                    </a:cubicBezTo>
                    <a:cubicBezTo>
                      <a:pt x="243814" y="336749"/>
                      <a:pt x="262569" y="299333"/>
                      <a:pt x="290701" y="261916"/>
                    </a:cubicBezTo>
                    <a:cubicBezTo>
                      <a:pt x="300078" y="252562"/>
                      <a:pt x="309456" y="252562"/>
                      <a:pt x="318833" y="243208"/>
                    </a:cubicBezTo>
                    <a:cubicBezTo>
                      <a:pt x="328211" y="224499"/>
                      <a:pt x="337588" y="196437"/>
                      <a:pt x="337588" y="168375"/>
                    </a:cubicBezTo>
                    <a:cubicBezTo>
                      <a:pt x="337588" y="93541"/>
                      <a:pt x="262569" y="56125"/>
                      <a:pt x="196927" y="56125"/>
                    </a:cubicBezTo>
                    <a:close/>
                    <a:moveTo>
                      <a:pt x="271946" y="187083"/>
                    </a:moveTo>
                    <a:cubicBezTo>
                      <a:pt x="262569" y="187083"/>
                      <a:pt x="253191" y="177729"/>
                      <a:pt x="253191" y="168375"/>
                    </a:cubicBezTo>
                    <a:cubicBezTo>
                      <a:pt x="253191" y="149666"/>
                      <a:pt x="215681" y="140312"/>
                      <a:pt x="196927" y="140312"/>
                    </a:cubicBezTo>
                    <a:cubicBezTo>
                      <a:pt x="187549" y="140312"/>
                      <a:pt x="187549" y="130958"/>
                      <a:pt x="187549" y="121604"/>
                    </a:cubicBezTo>
                    <a:cubicBezTo>
                      <a:pt x="187549" y="121604"/>
                      <a:pt x="187549" y="112250"/>
                      <a:pt x="196927" y="112250"/>
                    </a:cubicBezTo>
                    <a:cubicBezTo>
                      <a:pt x="234436" y="112250"/>
                      <a:pt x="281324" y="130958"/>
                      <a:pt x="281324" y="168375"/>
                    </a:cubicBezTo>
                    <a:cubicBezTo>
                      <a:pt x="281324" y="177729"/>
                      <a:pt x="271946" y="187083"/>
                      <a:pt x="271946" y="187083"/>
                    </a:cubicBezTo>
                    <a:close/>
                  </a:path>
                </a:pathLst>
              </a:custGeom>
              <a:solidFill>
                <a:schemeClr val="bg1"/>
              </a:solidFill>
              <a:ln>
                <a:noFill/>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grpSp>
        <p:sp>
          <p:nvSpPr>
            <p:cNvPr id="25" name="矩形 24"/>
            <p:cNvSpPr/>
            <p:nvPr/>
          </p:nvSpPr>
          <p:spPr>
            <a:xfrm>
              <a:off x="3118502" y="1627593"/>
              <a:ext cx="1440734" cy="323165"/>
            </a:xfrm>
            <a:prstGeom prst="rect">
              <a:avLst/>
            </a:prstGeom>
          </p:spPr>
          <p:txBody>
            <a:bodyPr wrap="none" lIns="0" tIns="0" rIns="480000" bIns="0" anchor="b" anchorCtr="0">
              <a:normAutofit/>
            </a:bodyPr>
            <a:lstStyle/>
            <a:p>
              <a:pPr marL="0" lvl="0" indent="0" algn="r" defTabSz="1218565">
                <a:lnSpc>
                  <a:spcPct val="100000"/>
                </a:lnSpc>
                <a:spcBef>
                  <a:spcPts val="0"/>
                </a:spcBef>
                <a:spcAft>
                  <a:spcPts val="0"/>
                </a:spcAft>
                <a:buNone/>
              </a:pPr>
              <a:endParaRPr lang="zh-CN" sz="1865" b="1" i="0" u="none" strike="noStrike" kern="1200" spc="0" baseline="0">
                <a:solidFill>
                  <a:srgbClr val="1D73DA"/>
                </a:solidFill>
                <a:latin typeface="方正黑体简体"/>
                <a:ea typeface="方正黑体简体"/>
              </a:endParaRPr>
            </a:p>
          </p:txBody>
        </p:sp>
      </p:grpSp>
      <p:grpSp>
        <p:nvGrpSpPr>
          <p:cNvPr id="6" name="组合 5"/>
          <p:cNvGrpSpPr/>
          <p:nvPr/>
        </p:nvGrpSpPr>
        <p:grpSpPr>
          <a:xfrm>
            <a:off x="6524746" y="3059827"/>
            <a:ext cx="4825126" cy="1328453"/>
            <a:chOff x="6359436" y="2728516"/>
            <a:chExt cx="3841020" cy="1234483"/>
          </a:xfrm>
        </p:grpSpPr>
        <p:grpSp>
          <p:nvGrpSpPr>
            <p:cNvPr id="15" name="组合 14"/>
            <p:cNvGrpSpPr/>
            <p:nvPr/>
          </p:nvGrpSpPr>
          <p:grpSpPr>
            <a:xfrm>
              <a:off x="6359436" y="2728516"/>
              <a:ext cx="1212728" cy="1234483"/>
              <a:chOff x="6129344" y="2728516"/>
              <a:chExt cx="1212728" cy="1234483"/>
            </a:xfrm>
          </p:grpSpPr>
          <p:sp>
            <p:nvSpPr>
              <p:cNvPr id="19" name="对角圆角矩形 23"/>
              <p:cNvSpPr/>
              <p:nvPr/>
            </p:nvSpPr>
            <p:spPr>
              <a:xfrm rot="16200000">
                <a:off x="6118466" y="2739394"/>
                <a:ext cx="1234483" cy="1212728"/>
              </a:xfrm>
              <a:prstGeom prst="round2DiagRect">
                <a:avLst>
                  <a:gd name="adj1" fmla="val 50000"/>
                  <a:gd name="adj2" fmla="val 0"/>
                </a:avLst>
              </a:prstGeom>
              <a:noFill/>
              <a:ln w="28575">
                <a:solidFill>
                  <a:schemeClr val="accent2"/>
                </a:solidFill>
                <a:prstDash val="solid"/>
                <a:miter/>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sp>
            <p:nvSpPr>
              <p:cNvPr id="20" name="对角圆角矩形 24"/>
              <p:cNvSpPr/>
              <p:nvPr/>
            </p:nvSpPr>
            <p:spPr>
              <a:xfrm rot="16200000">
                <a:off x="6229698" y="2836404"/>
                <a:ext cx="1034918" cy="1016679"/>
              </a:xfrm>
              <a:prstGeom prst="round2DiagRect">
                <a:avLst>
                  <a:gd name="adj1" fmla="val 50000"/>
                  <a:gd name="adj2" fmla="val 0"/>
                </a:avLst>
              </a:prstGeom>
              <a:solidFill>
                <a:schemeClr val="accent2"/>
              </a:solidFill>
              <a:ln>
                <a:noFill/>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sp>
            <p:nvSpPr>
              <p:cNvPr id="21" name="任意多边形 25"/>
              <p:cNvSpPr/>
              <p:nvPr/>
            </p:nvSpPr>
            <p:spPr>
              <a:xfrm flipH="1">
                <a:off x="6553991" y="3036256"/>
                <a:ext cx="353336" cy="594499"/>
              </a:xfrm>
              <a:custGeom>
                <a:avLst/>
                <a:gdLst/>
                <a:ahLst/>
                <a:cxnLst/>
                <a:rect l="0" t="0" r="r" b="b"/>
                <a:pathLst>
                  <a:path w="353336" h="594499">
                    <a:moveTo>
                      <a:pt x="353336" y="533836"/>
                    </a:moveTo>
                    <a:cubicBezTo>
                      <a:pt x="353336" y="570234"/>
                      <a:pt x="328968" y="594499"/>
                      <a:pt x="292416" y="594499"/>
                    </a:cubicBezTo>
                    <a:cubicBezTo>
                      <a:pt x="60920" y="594499"/>
                      <a:pt x="60920" y="594499"/>
                      <a:pt x="60920" y="594499"/>
                    </a:cubicBezTo>
                    <a:cubicBezTo>
                      <a:pt x="24368" y="594499"/>
                      <a:pt x="0" y="570234"/>
                      <a:pt x="0" y="533836"/>
                    </a:cubicBezTo>
                    <a:cubicBezTo>
                      <a:pt x="0" y="60663"/>
                      <a:pt x="0" y="60663"/>
                      <a:pt x="0" y="60663"/>
                    </a:cubicBezTo>
                    <a:cubicBezTo>
                      <a:pt x="0" y="36398"/>
                      <a:pt x="24368" y="0"/>
                      <a:pt x="60920" y="0"/>
                    </a:cubicBezTo>
                    <a:cubicBezTo>
                      <a:pt x="292416" y="0"/>
                      <a:pt x="292416" y="0"/>
                      <a:pt x="292416" y="0"/>
                    </a:cubicBezTo>
                    <a:cubicBezTo>
                      <a:pt x="328968" y="0"/>
                      <a:pt x="353336" y="36398"/>
                      <a:pt x="353336" y="60663"/>
                    </a:cubicBezTo>
                    <a:lnTo>
                      <a:pt x="353336" y="533836"/>
                    </a:lnTo>
                    <a:close/>
                    <a:moveTo>
                      <a:pt x="304600" y="133459"/>
                    </a:moveTo>
                    <a:cubicBezTo>
                      <a:pt x="304600" y="133459"/>
                      <a:pt x="304600" y="121326"/>
                      <a:pt x="292416" y="121326"/>
                    </a:cubicBezTo>
                    <a:cubicBezTo>
                      <a:pt x="60920" y="121326"/>
                      <a:pt x="60920" y="121326"/>
                      <a:pt x="60920" y="121326"/>
                    </a:cubicBezTo>
                    <a:cubicBezTo>
                      <a:pt x="48736" y="121326"/>
                      <a:pt x="36552" y="133459"/>
                      <a:pt x="36552" y="133459"/>
                    </a:cubicBezTo>
                    <a:cubicBezTo>
                      <a:pt x="36552" y="461040"/>
                      <a:pt x="36552" y="461040"/>
                      <a:pt x="36552" y="461040"/>
                    </a:cubicBezTo>
                    <a:cubicBezTo>
                      <a:pt x="36552" y="473173"/>
                      <a:pt x="48736" y="473173"/>
                      <a:pt x="60920" y="473173"/>
                    </a:cubicBezTo>
                    <a:cubicBezTo>
                      <a:pt x="292416" y="473173"/>
                      <a:pt x="292416" y="473173"/>
                      <a:pt x="292416" y="473173"/>
                    </a:cubicBezTo>
                    <a:cubicBezTo>
                      <a:pt x="304600" y="473173"/>
                      <a:pt x="304600" y="473173"/>
                      <a:pt x="304600" y="461040"/>
                    </a:cubicBezTo>
                    <a:lnTo>
                      <a:pt x="304600" y="133459"/>
                    </a:lnTo>
                    <a:close/>
                    <a:moveTo>
                      <a:pt x="207128" y="60663"/>
                    </a:moveTo>
                    <a:cubicBezTo>
                      <a:pt x="134024" y="60663"/>
                      <a:pt x="134024" y="60663"/>
                      <a:pt x="134024" y="60663"/>
                    </a:cubicBezTo>
                    <a:cubicBezTo>
                      <a:pt x="134024" y="60663"/>
                      <a:pt x="134024" y="72796"/>
                      <a:pt x="134024" y="72796"/>
                    </a:cubicBezTo>
                    <a:cubicBezTo>
                      <a:pt x="134024" y="72796"/>
                      <a:pt x="134024" y="72796"/>
                      <a:pt x="134024" y="72796"/>
                    </a:cubicBezTo>
                    <a:cubicBezTo>
                      <a:pt x="207128" y="72796"/>
                      <a:pt x="207128" y="72796"/>
                      <a:pt x="207128" y="72796"/>
                    </a:cubicBezTo>
                    <a:cubicBezTo>
                      <a:pt x="219312" y="72796"/>
                      <a:pt x="219312" y="72796"/>
                      <a:pt x="219312" y="72796"/>
                    </a:cubicBezTo>
                    <a:cubicBezTo>
                      <a:pt x="219312" y="72796"/>
                      <a:pt x="219312" y="60663"/>
                      <a:pt x="207128" y="60663"/>
                    </a:cubicBezTo>
                    <a:close/>
                    <a:moveTo>
                      <a:pt x="170576" y="497438"/>
                    </a:moveTo>
                    <a:cubicBezTo>
                      <a:pt x="158392" y="497438"/>
                      <a:pt x="134024" y="509571"/>
                      <a:pt x="134024" y="533836"/>
                    </a:cubicBezTo>
                    <a:cubicBezTo>
                      <a:pt x="134024" y="558101"/>
                      <a:pt x="158392" y="570234"/>
                      <a:pt x="170576" y="570234"/>
                    </a:cubicBezTo>
                    <a:cubicBezTo>
                      <a:pt x="194944" y="570234"/>
                      <a:pt x="207128" y="558101"/>
                      <a:pt x="207128" y="533836"/>
                    </a:cubicBezTo>
                    <a:cubicBezTo>
                      <a:pt x="207128" y="509571"/>
                      <a:pt x="194944" y="497438"/>
                      <a:pt x="170576" y="497438"/>
                    </a:cubicBezTo>
                    <a:close/>
                  </a:path>
                </a:pathLst>
              </a:custGeom>
              <a:solidFill>
                <a:schemeClr val="bg1"/>
              </a:solidFill>
              <a:ln>
                <a:noFill/>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grpSp>
        <p:grpSp>
          <p:nvGrpSpPr>
            <p:cNvPr id="16" name="组合 15"/>
            <p:cNvGrpSpPr/>
            <p:nvPr/>
          </p:nvGrpSpPr>
          <p:grpSpPr>
            <a:xfrm>
              <a:off x="7572164" y="2897654"/>
              <a:ext cx="2628292" cy="877163"/>
              <a:chOff x="7996808" y="1734930"/>
              <a:chExt cx="2348822" cy="877163"/>
            </a:xfrm>
          </p:grpSpPr>
          <p:sp>
            <p:nvSpPr>
              <p:cNvPr id="17" name="文本框 16"/>
              <p:cNvSpPr txBox="1"/>
              <p:nvPr/>
            </p:nvSpPr>
            <p:spPr>
              <a:xfrm>
                <a:off x="7996808" y="2058095"/>
                <a:ext cx="2348822" cy="553998"/>
              </a:xfrm>
              <a:prstGeom prst="rect">
                <a:avLst/>
              </a:prstGeom>
              <a:noFill/>
            </p:spPr>
            <p:txBody>
              <a:bodyPr wrap="square" lIns="480000" rIns="288000" anchor="ctr" anchorCtr="0"/>
              <a:lstStyle/>
              <a:p>
                <a:pPr marL="0" lvl="0" indent="0" algn="l" defTabSz="1218565">
                  <a:lnSpc>
                    <a:spcPct val="120000"/>
                  </a:lnSpc>
                  <a:spcBef>
                    <a:spcPts val="0"/>
                  </a:spcBef>
                  <a:spcAft>
                    <a:spcPts val="0"/>
                  </a:spcAft>
                  <a:buNone/>
                </a:pPr>
                <a:r>
                  <a:rPr lang="zh-CN" kern="0">
                    <a:solidFill>
                      <a:srgbClr val="1D73DA"/>
                    </a:solidFill>
                    <a:latin typeface="微软雅黑" panose="020B0503020204020204" pitchFamily="34" charset="-122"/>
                    <a:ea typeface="微软雅黑" panose="020B0503020204020204" pitchFamily="34" charset="-122"/>
                  </a:rPr>
                  <a:t>中期随着公司知名度的提高、投资资金的增加，公司将展开数据库推广和定期更新。</a:t>
                </a:r>
              </a:p>
            </p:txBody>
          </p:sp>
          <p:sp>
            <p:nvSpPr>
              <p:cNvPr id="18" name="矩形 17"/>
              <p:cNvSpPr/>
              <p:nvPr/>
            </p:nvSpPr>
            <p:spPr>
              <a:xfrm>
                <a:off x="7996808" y="1734930"/>
                <a:ext cx="1482456" cy="323165"/>
              </a:xfrm>
              <a:prstGeom prst="rect">
                <a:avLst/>
              </a:prstGeom>
            </p:spPr>
            <p:txBody>
              <a:bodyPr wrap="none" lIns="480000" tIns="0" rIns="288000" bIns="0" anchor="ctr" anchorCtr="0">
                <a:normAutofit/>
              </a:bodyPr>
              <a:lstStyle/>
              <a:p>
                <a:pPr marL="0" lvl="0" indent="0" algn="l" defTabSz="1218565">
                  <a:lnSpc>
                    <a:spcPct val="100000"/>
                  </a:lnSpc>
                  <a:spcBef>
                    <a:spcPts val="0"/>
                  </a:spcBef>
                  <a:spcAft>
                    <a:spcPts val="0"/>
                  </a:spcAft>
                  <a:buNone/>
                </a:pPr>
                <a:endParaRPr lang="zh-CN" sz="1865" b="1" i="0" u="none" strike="noStrike" kern="1200" spc="0" baseline="0">
                  <a:solidFill>
                    <a:srgbClr val="1D73DA"/>
                  </a:solidFill>
                  <a:latin typeface="方正黑体简体"/>
                  <a:ea typeface="方正黑体简体"/>
                </a:endParaRPr>
              </a:p>
            </p:txBody>
          </p:sp>
        </p:grpSp>
      </p:grpSp>
      <p:grpSp>
        <p:nvGrpSpPr>
          <p:cNvPr id="7" name="组合 6"/>
          <p:cNvGrpSpPr/>
          <p:nvPr/>
        </p:nvGrpSpPr>
        <p:grpSpPr>
          <a:xfrm>
            <a:off x="1681721" y="4437112"/>
            <a:ext cx="3929606" cy="1189683"/>
            <a:chOff x="1842358" y="3535572"/>
            <a:chExt cx="3929606" cy="1189683"/>
          </a:xfrm>
        </p:grpSpPr>
        <p:grpSp>
          <p:nvGrpSpPr>
            <p:cNvPr id="8" name="组合 7"/>
            <p:cNvGrpSpPr/>
            <p:nvPr/>
          </p:nvGrpSpPr>
          <p:grpSpPr>
            <a:xfrm>
              <a:off x="4603247" y="3535572"/>
              <a:ext cx="1168717" cy="1189683"/>
              <a:chOff x="4852515" y="3535572"/>
              <a:chExt cx="1168717" cy="1189683"/>
            </a:xfrm>
          </p:grpSpPr>
          <p:sp>
            <p:nvSpPr>
              <p:cNvPr id="12" name="对角圆角矩形 29"/>
              <p:cNvSpPr/>
              <p:nvPr/>
            </p:nvSpPr>
            <p:spPr>
              <a:xfrm rot="16200000">
                <a:off x="4842032" y="3546055"/>
                <a:ext cx="1189683" cy="1168717"/>
              </a:xfrm>
              <a:prstGeom prst="round2DiagRect">
                <a:avLst>
                  <a:gd name="adj1" fmla="val 50000"/>
                  <a:gd name="adj2" fmla="val 0"/>
                </a:avLst>
              </a:prstGeom>
              <a:noFill/>
              <a:ln w="28575">
                <a:solidFill>
                  <a:schemeClr val="accent3"/>
                </a:solidFill>
                <a:prstDash val="solid"/>
                <a:miter/>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sp>
            <p:nvSpPr>
              <p:cNvPr id="13" name="对角圆角矩形 30"/>
              <p:cNvSpPr/>
              <p:nvPr/>
            </p:nvSpPr>
            <p:spPr>
              <a:xfrm rot="16200000">
                <a:off x="4949228" y="3639545"/>
                <a:ext cx="997360" cy="979782"/>
              </a:xfrm>
              <a:prstGeom prst="round2DiagRect">
                <a:avLst>
                  <a:gd name="adj1" fmla="val 50000"/>
                  <a:gd name="adj2" fmla="val 0"/>
                </a:avLst>
              </a:prstGeom>
              <a:solidFill>
                <a:schemeClr val="accent3"/>
              </a:solidFill>
              <a:ln>
                <a:noFill/>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sp>
            <p:nvSpPr>
              <p:cNvPr id="14" name="任意多边形 31"/>
              <p:cNvSpPr/>
              <p:nvPr/>
            </p:nvSpPr>
            <p:spPr>
              <a:xfrm rot="10800000" flipV="1">
                <a:off x="5200395" y="3857401"/>
                <a:ext cx="444440" cy="482637"/>
              </a:xfrm>
              <a:custGeom>
                <a:avLst/>
                <a:gdLst/>
                <a:ahLst/>
                <a:cxnLst/>
                <a:rect l="0" t="0" r="r" b="b"/>
                <a:pathLst>
                  <a:path w="444440" h="482637">
                    <a:moveTo>
                      <a:pt x="444440" y="444931"/>
                    </a:moveTo>
                    <a:cubicBezTo>
                      <a:pt x="444440" y="467555"/>
                      <a:pt x="429374" y="482637"/>
                      <a:pt x="414308" y="482637"/>
                    </a:cubicBezTo>
                    <a:cubicBezTo>
                      <a:pt x="30132" y="482637"/>
                      <a:pt x="30132" y="482637"/>
                      <a:pt x="30132" y="482637"/>
                    </a:cubicBezTo>
                    <a:cubicBezTo>
                      <a:pt x="15066" y="482637"/>
                      <a:pt x="0" y="467555"/>
                      <a:pt x="0" y="444931"/>
                    </a:cubicBezTo>
                    <a:cubicBezTo>
                      <a:pt x="0" y="98036"/>
                      <a:pt x="0" y="98036"/>
                      <a:pt x="0" y="98036"/>
                    </a:cubicBezTo>
                    <a:cubicBezTo>
                      <a:pt x="0" y="82953"/>
                      <a:pt x="15066" y="67871"/>
                      <a:pt x="30132" y="67871"/>
                    </a:cubicBezTo>
                    <a:cubicBezTo>
                      <a:pt x="67796" y="67871"/>
                      <a:pt x="67796" y="67871"/>
                      <a:pt x="67796" y="67871"/>
                    </a:cubicBezTo>
                    <a:cubicBezTo>
                      <a:pt x="67796" y="37706"/>
                      <a:pt x="67796" y="37706"/>
                      <a:pt x="67796" y="37706"/>
                    </a:cubicBezTo>
                    <a:cubicBezTo>
                      <a:pt x="67796" y="15082"/>
                      <a:pt x="82862" y="0"/>
                      <a:pt x="112993" y="0"/>
                    </a:cubicBezTo>
                    <a:cubicBezTo>
                      <a:pt x="128059" y="0"/>
                      <a:pt x="128059" y="0"/>
                      <a:pt x="128059" y="0"/>
                    </a:cubicBezTo>
                    <a:cubicBezTo>
                      <a:pt x="150658" y="0"/>
                      <a:pt x="173256" y="15082"/>
                      <a:pt x="173256" y="37706"/>
                    </a:cubicBezTo>
                    <a:cubicBezTo>
                      <a:pt x="173256" y="67871"/>
                      <a:pt x="173256" y="67871"/>
                      <a:pt x="173256" y="67871"/>
                    </a:cubicBezTo>
                    <a:cubicBezTo>
                      <a:pt x="271184" y="67871"/>
                      <a:pt x="271184" y="67871"/>
                      <a:pt x="271184" y="67871"/>
                    </a:cubicBezTo>
                    <a:cubicBezTo>
                      <a:pt x="271184" y="37706"/>
                      <a:pt x="271184" y="37706"/>
                      <a:pt x="271184" y="37706"/>
                    </a:cubicBezTo>
                    <a:cubicBezTo>
                      <a:pt x="271184" y="15082"/>
                      <a:pt x="293782" y="0"/>
                      <a:pt x="316381" y="0"/>
                    </a:cubicBezTo>
                    <a:cubicBezTo>
                      <a:pt x="331447" y="0"/>
                      <a:pt x="331447" y="0"/>
                      <a:pt x="331447" y="0"/>
                    </a:cubicBezTo>
                    <a:cubicBezTo>
                      <a:pt x="354045" y="0"/>
                      <a:pt x="376644" y="15082"/>
                      <a:pt x="376644" y="37706"/>
                    </a:cubicBezTo>
                    <a:cubicBezTo>
                      <a:pt x="376644" y="67871"/>
                      <a:pt x="376644" y="67871"/>
                      <a:pt x="376644" y="67871"/>
                    </a:cubicBezTo>
                    <a:cubicBezTo>
                      <a:pt x="414308" y="67871"/>
                      <a:pt x="414308" y="67871"/>
                      <a:pt x="414308" y="67871"/>
                    </a:cubicBezTo>
                    <a:cubicBezTo>
                      <a:pt x="429374" y="67871"/>
                      <a:pt x="444440" y="82953"/>
                      <a:pt x="444440" y="98036"/>
                    </a:cubicBezTo>
                    <a:lnTo>
                      <a:pt x="444440" y="444931"/>
                    </a:lnTo>
                    <a:close/>
                    <a:moveTo>
                      <a:pt x="112993" y="248860"/>
                    </a:moveTo>
                    <a:cubicBezTo>
                      <a:pt x="112993" y="173448"/>
                      <a:pt x="112993" y="173448"/>
                      <a:pt x="112993" y="173448"/>
                    </a:cubicBezTo>
                    <a:cubicBezTo>
                      <a:pt x="30132" y="173448"/>
                      <a:pt x="30132" y="173448"/>
                      <a:pt x="30132" y="173448"/>
                    </a:cubicBezTo>
                    <a:cubicBezTo>
                      <a:pt x="30132" y="248860"/>
                      <a:pt x="30132" y="248860"/>
                      <a:pt x="30132" y="248860"/>
                    </a:cubicBezTo>
                    <a:lnTo>
                      <a:pt x="112993" y="248860"/>
                    </a:lnTo>
                    <a:close/>
                    <a:moveTo>
                      <a:pt x="112993" y="354437"/>
                    </a:moveTo>
                    <a:cubicBezTo>
                      <a:pt x="112993" y="263942"/>
                      <a:pt x="112993" y="263942"/>
                      <a:pt x="112993" y="263942"/>
                    </a:cubicBezTo>
                    <a:cubicBezTo>
                      <a:pt x="30132" y="263942"/>
                      <a:pt x="30132" y="263942"/>
                      <a:pt x="30132" y="263942"/>
                    </a:cubicBezTo>
                    <a:cubicBezTo>
                      <a:pt x="30132" y="354437"/>
                      <a:pt x="30132" y="354437"/>
                      <a:pt x="30132" y="354437"/>
                    </a:cubicBezTo>
                    <a:lnTo>
                      <a:pt x="112993" y="354437"/>
                    </a:lnTo>
                    <a:close/>
                    <a:moveTo>
                      <a:pt x="112993" y="444931"/>
                    </a:moveTo>
                    <a:cubicBezTo>
                      <a:pt x="112993" y="369519"/>
                      <a:pt x="112993" y="369519"/>
                      <a:pt x="112993" y="369519"/>
                    </a:cubicBezTo>
                    <a:cubicBezTo>
                      <a:pt x="30132" y="369519"/>
                      <a:pt x="30132" y="369519"/>
                      <a:pt x="30132" y="369519"/>
                    </a:cubicBezTo>
                    <a:cubicBezTo>
                      <a:pt x="30132" y="444931"/>
                      <a:pt x="30132" y="444931"/>
                      <a:pt x="30132" y="444931"/>
                    </a:cubicBezTo>
                    <a:lnTo>
                      <a:pt x="112993" y="444931"/>
                    </a:lnTo>
                    <a:close/>
                    <a:moveTo>
                      <a:pt x="135592" y="37706"/>
                    </a:moveTo>
                    <a:cubicBezTo>
                      <a:pt x="135592" y="37706"/>
                      <a:pt x="135592" y="30165"/>
                      <a:pt x="128059" y="30165"/>
                    </a:cubicBezTo>
                    <a:cubicBezTo>
                      <a:pt x="112993" y="30165"/>
                      <a:pt x="112993" y="30165"/>
                      <a:pt x="112993" y="30165"/>
                    </a:cubicBezTo>
                    <a:cubicBezTo>
                      <a:pt x="105460" y="30165"/>
                      <a:pt x="97927" y="37706"/>
                      <a:pt x="97927" y="37706"/>
                    </a:cubicBezTo>
                    <a:cubicBezTo>
                      <a:pt x="97927" y="120659"/>
                      <a:pt x="97927" y="120659"/>
                      <a:pt x="97927" y="120659"/>
                    </a:cubicBezTo>
                    <a:cubicBezTo>
                      <a:pt x="97927" y="120659"/>
                      <a:pt x="105460" y="128200"/>
                      <a:pt x="112993" y="128200"/>
                    </a:cubicBezTo>
                    <a:cubicBezTo>
                      <a:pt x="128059" y="128200"/>
                      <a:pt x="128059" y="128200"/>
                      <a:pt x="128059" y="128200"/>
                    </a:cubicBezTo>
                    <a:cubicBezTo>
                      <a:pt x="135592" y="128200"/>
                      <a:pt x="135592" y="120659"/>
                      <a:pt x="135592" y="120659"/>
                    </a:cubicBezTo>
                    <a:lnTo>
                      <a:pt x="135592" y="37706"/>
                    </a:lnTo>
                    <a:close/>
                    <a:moveTo>
                      <a:pt x="210921" y="248860"/>
                    </a:moveTo>
                    <a:cubicBezTo>
                      <a:pt x="210921" y="173448"/>
                      <a:pt x="210921" y="173448"/>
                      <a:pt x="210921" y="173448"/>
                    </a:cubicBezTo>
                    <a:cubicBezTo>
                      <a:pt x="128059" y="173448"/>
                      <a:pt x="128059" y="173448"/>
                      <a:pt x="128059" y="173448"/>
                    </a:cubicBezTo>
                    <a:cubicBezTo>
                      <a:pt x="128059" y="248860"/>
                      <a:pt x="128059" y="248860"/>
                      <a:pt x="128059" y="248860"/>
                    </a:cubicBezTo>
                    <a:lnTo>
                      <a:pt x="210921" y="248860"/>
                    </a:lnTo>
                    <a:close/>
                    <a:moveTo>
                      <a:pt x="210921" y="354437"/>
                    </a:moveTo>
                    <a:cubicBezTo>
                      <a:pt x="210921" y="263942"/>
                      <a:pt x="210921" y="263942"/>
                      <a:pt x="210921" y="263942"/>
                    </a:cubicBezTo>
                    <a:cubicBezTo>
                      <a:pt x="128059" y="263942"/>
                      <a:pt x="128059" y="263942"/>
                      <a:pt x="128059" y="263942"/>
                    </a:cubicBezTo>
                    <a:cubicBezTo>
                      <a:pt x="128059" y="354437"/>
                      <a:pt x="128059" y="354437"/>
                      <a:pt x="128059" y="354437"/>
                    </a:cubicBezTo>
                    <a:lnTo>
                      <a:pt x="210921" y="354437"/>
                    </a:lnTo>
                    <a:close/>
                    <a:moveTo>
                      <a:pt x="210921" y="444931"/>
                    </a:moveTo>
                    <a:cubicBezTo>
                      <a:pt x="210921" y="369519"/>
                      <a:pt x="210921" y="369519"/>
                      <a:pt x="210921" y="369519"/>
                    </a:cubicBezTo>
                    <a:cubicBezTo>
                      <a:pt x="128059" y="369519"/>
                      <a:pt x="128059" y="369519"/>
                      <a:pt x="128059" y="369519"/>
                    </a:cubicBezTo>
                    <a:cubicBezTo>
                      <a:pt x="128059" y="444931"/>
                      <a:pt x="128059" y="444931"/>
                      <a:pt x="128059" y="444931"/>
                    </a:cubicBezTo>
                    <a:lnTo>
                      <a:pt x="210921" y="444931"/>
                    </a:lnTo>
                    <a:close/>
                    <a:moveTo>
                      <a:pt x="316381" y="248860"/>
                    </a:moveTo>
                    <a:cubicBezTo>
                      <a:pt x="316381" y="173448"/>
                      <a:pt x="316381" y="173448"/>
                      <a:pt x="316381" y="173448"/>
                    </a:cubicBezTo>
                    <a:cubicBezTo>
                      <a:pt x="233519" y="173448"/>
                      <a:pt x="233519" y="173448"/>
                      <a:pt x="233519" y="173448"/>
                    </a:cubicBezTo>
                    <a:cubicBezTo>
                      <a:pt x="233519" y="248860"/>
                      <a:pt x="233519" y="248860"/>
                      <a:pt x="233519" y="248860"/>
                    </a:cubicBezTo>
                    <a:lnTo>
                      <a:pt x="316381" y="248860"/>
                    </a:lnTo>
                    <a:close/>
                    <a:moveTo>
                      <a:pt x="316381" y="354437"/>
                    </a:moveTo>
                    <a:cubicBezTo>
                      <a:pt x="316381" y="263942"/>
                      <a:pt x="316381" y="263942"/>
                      <a:pt x="316381" y="263942"/>
                    </a:cubicBezTo>
                    <a:cubicBezTo>
                      <a:pt x="233519" y="263942"/>
                      <a:pt x="233519" y="263942"/>
                      <a:pt x="233519" y="263942"/>
                    </a:cubicBezTo>
                    <a:cubicBezTo>
                      <a:pt x="233519" y="354437"/>
                      <a:pt x="233519" y="354437"/>
                      <a:pt x="233519" y="354437"/>
                    </a:cubicBezTo>
                    <a:lnTo>
                      <a:pt x="316381" y="354437"/>
                    </a:lnTo>
                    <a:close/>
                    <a:moveTo>
                      <a:pt x="316381" y="444931"/>
                    </a:moveTo>
                    <a:cubicBezTo>
                      <a:pt x="316381" y="369519"/>
                      <a:pt x="316381" y="369519"/>
                      <a:pt x="316381" y="369519"/>
                    </a:cubicBezTo>
                    <a:cubicBezTo>
                      <a:pt x="233519" y="369519"/>
                      <a:pt x="233519" y="369519"/>
                      <a:pt x="233519" y="369519"/>
                    </a:cubicBezTo>
                    <a:cubicBezTo>
                      <a:pt x="233519" y="444931"/>
                      <a:pt x="233519" y="444931"/>
                      <a:pt x="233519" y="444931"/>
                    </a:cubicBezTo>
                    <a:lnTo>
                      <a:pt x="316381" y="444931"/>
                    </a:lnTo>
                    <a:close/>
                    <a:moveTo>
                      <a:pt x="338980" y="37706"/>
                    </a:moveTo>
                    <a:cubicBezTo>
                      <a:pt x="338980" y="37706"/>
                      <a:pt x="338980" y="30165"/>
                      <a:pt x="331447" y="30165"/>
                    </a:cubicBezTo>
                    <a:cubicBezTo>
                      <a:pt x="316381" y="30165"/>
                      <a:pt x="316381" y="30165"/>
                      <a:pt x="316381" y="30165"/>
                    </a:cubicBezTo>
                    <a:cubicBezTo>
                      <a:pt x="308848" y="30165"/>
                      <a:pt x="308848" y="37706"/>
                      <a:pt x="308848" y="37706"/>
                    </a:cubicBezTo>
                    <a:cubicBezTo>
                      <a:pt x="308848" y="120659"/>
                      <a:pt x="308848" y="120659"/>
                      <a:pt x="308848" y="120659"/>
                    </a:cubicBezTo>
                    <a:cubicBezTo>
                      <a:pt x="308848" y="120659"/>
                      <a:pt x="308848" y="128200"/>
                      <a:pt x="316381" y="128200"/>
                    </a:cubicBezTo>
                    <a:cubicBezTo>
                      <a:pt x="331447" y="128200"/>
                      <a:pt x="331447" y="128200"/>
                      <a:pt x="331447" y="128200"/>
                    </a:cubicBezTo>
                    <a:cubicBezTo>
                      <a:pt x="338980" y="128200"/>
                      <a:pt x="338980" y="120659"/>
                      <a:pt x="338980" y="120659"/>
                    </a:cubicBezTo>
                    <a:lnTo>
                      <a:pt x="338980" y="37706"/>
                    </a:lnTo>
                    <a:close/>
                    <a:moveTo>
                      <a:pt x="414308" y="248860"/>
                    </a:moveTo>
                    <a:cubicBezTo>
                      <a:pt x="414308" y="173448"/>
                      <a:pt x="414308" y="173448"/>
                      <a:pt x="414308" y="173448"/>
                    </a:cubicBezTo>
                    <a:cubicBezTo>
                      <a:pt x="331447" y="173448"/>
                      <a:pt x="331447" y="173448"/>
                      <a:pt x="331447" y="173448"/>
                    </a:cubicBezTo>
                    <a:cubicBezTo>
                      <a:pt x="331447" y="248860"/>
                      <a:pt x="331447" y="248860"/>
                      <a:pt x="331447" y="248860"/>
                    </a:cubicBezTo>
                    <a:lnTo>
                      <a:pt x="414308" y="248860"/>
                    </a:lnTo>
                    <a:close/>
                    <a:moveTo>
                      <a:pt x="414308" y="354437"/>
                    </a:moveTo>
                    <a:cubicBezTo>
                      <a:pt x="414308" y="263942"/>
                      <a:pt x="414308" y="263942"/>
                      <a:pt x="414308" y="263942"/>
                    </a:cubicBezTo>
                    <a:cubicBezTo>
                      <a:pt x="331447" y="263942"/>
                      <a:pt x="331447" y="263942"/>
                      <a:pt x="331447" y="263942"/>
                    </a:cubicBezTo>
                    <a:cubicBezTo>
                      <a:pt x="331447" y="354437"/>
                      <a:pt x="331447" y="354437"/>
                      <a:pt x="331447" y="354437"/>
                    </a:cubicBezTo>
                    <a:lnTo>
                      <a:pt x="414308" y="354437"/>
                    </a:lnTo>
                    <a:close/>
                    <a:moveTo>
                      <a:pt x="414308" y="444931"/>
                    </a:moveTo>
                    <a:cubicBezTo>
                      <a:pt x="414308" y="369519"/>
                      <a:pt x="414308" y="369519"/>
                      <a:pt x="414308" y="369519"/>
                    </a:cubicBezTo>
                    <a:cubicBezTo>
                      <a:pt x="331447" y="369519"/>
                      <a:pt x="331447" y="369519"/>
                      <a:pt x="331447" y="369519"/>
                    </a:cubicBezTo>
                    <a:cubicBezTo>
                      <a:pt x="331447" y="444931"/>
                      <a:pt x="331447" y="444931"/>
                      <a:pt x="331447" y="444931"/>
                    </a:cubicBezTo>
                    <a:lnTo>
                      <a:pt x="414308" y="444931"/>
                    </a:lnTo>
                    <a:close/>
                  </a:path>
                </a:pathLst>
              </a:custGeom>
              <a:solidFill>
                <a:schemeClr val="bg1"/>
              </a:solidFill>
              <a:ln>
                <a:noFill/>
              </a:ln>
            </p:spPr>
            <p:txBody>
              <a:bodyPr anchor="ctr"/>
              <a:lstStyle/>
              <a:p>
                <a:pPr marL="0" lvl="0" indent="0" algn="ctr" defTabSz="1218565">
                  <a:lnSpc>
                    <a:spcPct val="100000"/>
                  </a:lnSpc>
                  <a:spcBef>
                    <a:spcPts val="0"/>
                  </a:spcBef>
                  <a:spcAft>
                    <a:spcPts val="0"/>
                  </a:spcAft>
                  <a:buNone/>
                </a:pPr>
                <a:endParaRPr sz="2400" b="0" i="0" u="none" strike="noStrike" kern="1200" spc="0" baseline="0">
                  <a:solidFill>
                    <a:srgbClr val="1D73DA"/>
                  </a:solidFill>
                  <a:latin typeface="方正黑体简体"/>
                  <a:ea typeface="方正黑体简体"/>
                </a:endParaRPr>
              </a:p>
            </p:txBody>
          </p:sp>
        </p:grpSp>
        <p:grpSp>
          <p:nvGrpSpPr>
            <p:cNvPr id="9" name="组合 8"/>
            <p:cNvGrpSpPr/>
            <p:nvPr/>
          </p:nvGrpSpPr>
          <p:grpSpPr>
            <a:xfrm>
              <a:off x="1842358" y="3684594"/>
              <a:ext cx="2716877" cy="943522"/>
              <a:chOff x="1849706" y="1734048"/>
              <a:chExt cx="2417495" cy="943522"/>
            </a:xfrm>
          </p:grpSpPr>
          <p:sp>
            <p:nvSpPr>
              <p:cNvPr id="10" name="文本框 14"/>
              <p:cNvSpPr txBox="1"/>
              <p:nvPr/>
            </p:nvSpPr>
            <p:spPr>
              <a:xfrm>
                <a:off x="1849706" y="2123572"/>
                <a:ext cx="2348822" cy="553998"/>
              </a:xfrm>
              <a:prstGeom prst="rect">
                <a:avLst/>
              </a:prstGeom>
              <a:noFill/>
            </p:spPr>
            <p:txBody>
              <a:bodyPr wrap="square" rIns="480000" anchor="t" anchorCtr="0">
                <a:normAutofit/>
              </a:bodyPr>
              <a:lstStyle/>
              <a:p>
                <a:pPr marL="0" lvl="0" indent="0" algn="r" defTabSz="1218565">
                  <a:lnSpc>
                    <a:spcPct val="120000"/>
                  </a:lnSpc>
                  <a:spcBef>
                    <a:spcPts val="0"/>
                  </a:spcBef>
                  <a:spcAft>
                    <a:spcPts val="0"/>
                  </a:spcAft>
                  <a:buNone/>
                </a:pPr>
                <a:endParaRPr lang="zh-CN" sz="1335" b="0" i="0" u="none" strike="noStrike" kern="1200" spc="0" baseline="0">
                  <a:solidFill>
                    <a:srgbClr val="1D73DA"/>
                  </a:solidFill>
                  <a:latin typeface="方正黑体简体"/>
                  <a:ea typeface="方正黑体简体"/>
                </a:endParaRPr>
              </a:p>
            </p:txBody>
          </p:sp>
          <p:sp>
            <p:nvSpPr>
              <p:cNvPr id="11" name="矩形 10"/>
              <p:cNvSpPr/>
              <p:nvPr/>
            </p:nvSpPr>
            <p:spPr>
              <a:xfrm>
                <a:off x="2985227" y="1734048"/>
                <a:ext cx="1281974" cy="323165"/>
              </a:xfrm>
              <a:prstGeom prst="rect">
                <a:avLst/>
              </a:prstGeom>
            </p:spPr>
            <p:txBody>
              <a:bodyPr wrap="none" lIns="0" tIns="0" rIns="480000" bIns="0" anchor="b" anchorCtr="0">
                <a:normAutofit/>
              </a:bodyPr>
              <a:lstStyle/>
              <a:p>
                <a:pPr marL="0" lvl="0" indent="0" algn="r" defTabSz="1218565">
                  <a:lnSpc>
                    <a:spcPct val="100000"/>
                  </a:lnSpc>
                  <a:spcBef>
                    <a:spcPts val="0"/>
                  </a:spcBef>
                  <a:spcAft>
                    <a:spcPts val="0"/>
                  </a:spcAft>
                  <a:buNone/>
                </a:pPr>
                <a:endParaRPr lang="zh-CN" sz="1865" b="1" i="0" u="none" strike="noStrike" kern="1200" spc="0" baseline="0">
                  <a:solidFill>
                    <a:srgbClr val="1D73DA"/>
                  </a:solidFill>
                  <a:latin typeface="方正黑体简体"/>
                  <a:ea typeface="方正黑体简体"/>
                </a:endParaRPr>
              </a:p>
            </p:txBody>
          </p:sp>
        </p:grpSp>
      </p:grpSp>
      <p:sp>
        <p:nvSpPr>
          <p:cNvPr id="29" name="矩形 28"/>
          <p:cNvSpPr/>
          <p:nvPr/>
        </p:nvSpPr>
        <p:spPr>
          <a:xfrm>
            <a:off x="4747247" y="540713"/>
            <a:ext cx="2954655" cy="861005"/>
          </a:xfrm>
          <a:prstGeom prst="rect">
            <a:avLst/>
          </a:prstGeom>
        </p:spPr>
        <p:txBody>
          <a:bodyPr wrap="none">
            <a:spAutoFit/>
          </a:bodyPr>
          <a:lstStyle/>
          <a:p>
            <a:pPr algn="ctr" defTabSz="914400">
              <a:lnSpc>
                <a:spcPct val="90000"/>
              </a:lnSpc>
              <a:spcBef>
                <a:spcPct val="0"/>
              </a:spcBef>
            </a:pPr>
            <a:r>
              <a:rPr lang="zh-CN" sz="5400">
                <a:solidFill>
                  <a:srgbClr val="1D73DA"/>
                </a:solidFill>
                <a:latin typeface="华文行楷" panose="02010800040101010101" charset="-122"/>
                <a:ea typeface="华文行楷" panose="02010800040101010101" charset="-122"/>
              </a:rPr>
              <a:t>资金详情</a:t>
            </a:r>
            <a:endParaRPr lang="en-US" sz="5400">
              <a:solidFill>
                <a:srgbClr val="1D73DA"/>
              </a:solidFill>
              <a:latin typeface="华文行楷" panose="02010800040101010101" charset="-122"/>
              <a:ea typeface="华文行楷" panose="02010800040101010101" charset="-122"/>
            </a:endParaRPr>
          </a:p>
        </p:txBody>
      </p:sp>
      <p:sp>
        <p:nvSpPr>
          <p:cNvPr id="3" name="文本框 2"/>
          <p:cNvSpPr txBox="1"/>
          <p:nvPr/>
        </p:nvSpPr>
        <p:spPr>
          <a:xfrm>
            <a:off x="1758899" y="1588692"/>
            <a:ext cx="2625343" cy="1476375"/>
          </a:xfrm>
          <a:prstGeom prst="rect">
            <a:avLst/>
          </a:prstGeom>
          <a:noFill/>
        </p:spPr>
        <p:txBody>
          <a:bodyPr wrap="square">
            <a:spAutoFit/>
          </a:bodyPr>
          <a:lstStyle/>
          <a:p>
            <a:pPr lvl="0" indent="0">
              <a:lnSpc>
                <a:spcPct val="100000"/>
              </a:lnSpc>
              <a:spcBef>
                <a:spcPts val="0"/>
              </a:spcBef>
              <a:spcAft>
                <a:spcPts val="0"/>
              </a:spcAft>
              <a:buNone/>
            </a:pPr>
            <a:r>
              <a:rPr lang="zh-CN" kern="0">
                <a:solidFill>
                  <a:srgbClr val="1D73DA"/>
                </a:solidFill>
                <a:latin typeface="+mn-lt"/>
                <a:ea typeface="+mn-lt"/>
              </a:rPr>
              <a:t>公司前期着重于平台的构建和校园的宣传，投入大量资金在设备配置、软件开发及员工工资方面。</a:t>
            </a:r>
          </a:p>
        </p:txBody>
      </p:sp>
      <p:sp>
        <p:nvSpPr>
          <p:cNvPr id="31" name="文本框 30"/>
          <p:cNvSpPr txBox="1"/>
          <p:nvPr/>
        </p:nvSpPr>
        <p:spPr>
          <a:xfrm>
            <a:off x="1913641" y="4437111"/>
            <a:ext cx="2095119" cy="1476375"/>
          </a:xfrm>
          <a:prstGeom prst="rect">
            <a:avLst/>
          </a:prstGeom>
          <a:noFill/>
        </p:spPr>
        <p:txBody>
          <a:bodyPr wrap="square">
            <a:spAutoFit/>
          </a:bodyPr>
          <a:lstStyle/>
          <a:p>
            <a:pPr marL="0" lvl="0" indent="0" algn="l" defTabSz="457200">
              <a:lnSpc>
                <a:spcPct val="100000"/>
              </a:lnSpc>
              <a:spcBef>
                <a:spcPts val="0"/>
              </a:spcBef>
              <a:spcAft>
                <a:spcPts val="0"/>
              </a:spcAft>
              <a:buNone/>
            </a:pPr>
            <a:r>
              <a:rPr lang="zh-CN" kern="0">
                <a:solidFill>
                  <a:srgbClr val="1D73DA"/>
                </a:solidFill>
                <a:latin typeface="微软雅黑" panose="020B0503020204020204" pitchFamily="34" charset="-122"/>
                <a:ea typeface="微软雅黑" panose="020B0503020204020204" pitchFamily="34" charset="-122"/>
              </a:rPr>
              <a:t>后期公司运营模式逐渐成熟，各方面的资金额都会增加，主要应用在高校之间的连接。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ontent Placeholder 2"/>
          <p:cNvSpPr txBox="1"/>
          <p:nvPr/>
        </p:nvSpPr>
        <p:spPr>
          <a:xfrm>
            <a:off x="4362230" y="1644047"/>
            <a:ext cx="7317579" cy="2569210"/>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marL="0" marR="0" lvl="0" indent="0" algn="just" defTabSz="457200" rtl="0" eaLnBrk="1" fontAlgn="auto" latinLnBrk="0" hangingPunct="1">
              <a:lnSpc>
                <a:spcPct val="120000"/>
              </a:lnSpc>
              <a:spcBef>
                <a:spcPts val="0"/>
              </a:spcBef>
              <a:spcAft>
                <a:spcPts val="0"/>
              </a:spcAft>
              <a:buClr>
                <a:srgbClr val="1DADEC">
                  <a:lumMod val="75000"/>
                </a:srgbClr>
              </a:buClr>
              <a:buSzPct val="145000"/>
              <a:buFont typeface="Arial" panose="020B0604020202020204"/>
              <a:buNone/>
              <a:defRPr/>
            </a:pPr>
            <a:r>
              <a:rPr kumimoji="0" lang="zh-CN"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我们项目采用的是</a:t>
            </a:r>
            <a:r>
              <a:rPr kumimoji="0" lang="en-US"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 2 C</a:t>
            </a:r>
            <a:r>
              <a:rPr kumimoji="0" lang="zh-CN"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从客户到客户之间的电子商务模式，在盈利方面</a:t>
            </a:r>
            <a:r>
              <a:rPr kumimoji="0" lang="zh-CN" altLang="en-US"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我们有以下几种模式：</a:t>
            </a:r>
            <a:endParaRPr kumimoji="0" lang="en-US"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457200" rtl="0" eaLnBrk="1" fontAlgn="auto" latinLnBrk="0" hangingPunct="1">
              <a:lnSpc>
                <a:spcPct val="120000"/>
              </a:lnSpc>
              <a:spcBef>
                <a:spcPts val="0"/>
              </a:spcBef>
              <a:spcAft>
                <a:spcPts val="0"/>
              </a:spcAft>
              <a:buClr>
                <a:srgbClr val="1DADEC">
                  <a:lumMod val="75000"/>
                </a:srgbClr>
              </a:buClr>
              <a:buSzPct val="145000"/>
              <a:buFont typeface="Arial" panose="020B0604020202020204"/>
              <a:buNone/>
              <a:defRPr/>
            </a:pPr>
            <a:r>
              <a:rPr kumimoji="0" lang="en-US"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a:t>
            </a:r>
            <a:r>
              <a:rPr kumimoji="0" lang="zh-CN"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平台会对请求主页推荐收取一定的金额；</a:t>
            </a:r>
            <a:endParaRPr kumimoji="0" lang="en-US"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457200" rtl="0" eaLnBrk="1" fontAlgn="auto" latinLnBrk="0" hangingPunct="1">
              <a:lnSpc>
                <a:spcPct val="120000"/>
              </a:lnSpc>
              <a:spcBef>
                <a:spcPts val="0"/>
              </a:spcBef>
              <a:spcAft>
                <a:spcPts val="0"/>
              </a:spcAft>
              <a:buClr>
                <a:srgbClr val="1DADEC">
                  <a:lumMod val="75000"/>
                </a:srgbClr>
              </a:buClr>
              <a:buSzPct val="145000"/>
              <a:buFont typeface="Arial" panose="020B0604020202020204"/>
              <a:buNone/>
              <a:defRPr/>
            </a:pPr>
            <a:r>
              <a:rPr kumimoji="0" lang="en-US"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b.</a:t>
            </a:r>
            <a:r>
              <a:rPr kumimoji="0" lang="zh-CN"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平台会按照在线支付业务按成交额的一定比例收取手续费；</a:t>
            </a:r>
            <a:endParaRPr kumimoji="0" lang="en-US"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457200" rtl="0" eaLnBrk="1" fontAlgn="auto" latinLnBrk="0" hangingPunct="1">
              <a:lnSpc>
                <a:spcPct val="120000"/>
              </a:lnSpc>
              <a:spcBef>
                <a:spcPts val="0"/>
              </a:spcBef>
              <a:spcAft>
                <a:spcPts val="0"/>
              </a:spcAft>
              <a:buClr>
                <a:srgbClr val="1DADEC">
                  <a:lumMod val="75000"/>
                </a:srgbClr>
              </a:buClr>
              <a:buSzPct val="145000"/>
              <a:buFont typeface="Arial" panose="020B0604020202020204"/>
              <a:buNone/>
              <a:defRPr/>
            </a:pPr>
            <a:r>
              <a:rPr kumimoji="0" lang="en-US"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c.</a:t>
            </a:r>
            <a:r>
              <a:rPr kumimoji="0" lang="zh-CN" altLang="zh-CN" sz="2100" b="0"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平台也会将网站上有价值的位置出售给客户用于放置各类型广告以此获得盈利。</a:t>
            </a:r>
          </a:p>
          <a:p>
            <a:pPr marL="0" marR="0" lvl="0" indent="0" algn="just" defTabSz="457200" rtl="0" eaLnBrk="1" fontAlgn="auto" latinLnBrk="0" hangingPunct="1">
              <a:lnSpc>
                <a:spcPct val="120000"/>
              </a:lnSpc>
              <a:spcBef>
                <a:spcPts val="0"/>
              </a:spcBef>
              <a:spcAft>
                <a:spcPts val="0"/>
              </a:spcAft>
              <a:buClr>
                <a:srgbClr val="1DADEC">
                  <a:lumMod val="75000"/>
                </a:srgbClr>
              </a:buClr>
              <a:buSzPct val="145000"/>
              <a:buFont typeface="Arial" panose="020B0604020202020204"/>
              <a:buNone/>
              <a:defRPr/>
            </a:pPr>
            <a:endParaRPr kumimoji="0" lang="en-US" sz="1325" b="1" i="0" u="none" strike="noStrike" kern="1200" cap="none" spc="0" normalizeH="0" baseline="0" noProof="0" dirty="0">
              <a:ln>
                <a:noFill/>
              </a:ln>
              <a:solidFill>
                <a:srgbClr val="1D73DA"/>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方正黑体简体" panose="02010601030101010101" pitchFamily="2" charset="-122"/>
            </a:endParaRPr>
          </a:p>
        </p:txBody>
      </p:sp>
      <p:sp>
        <p:nvSpPr>
          <p:cNvPr id="46" name="Content Placeholder 2"/>
          <p:cNvSpPr txBox="1"/>
          <p:nvPr/>
        </p:nvSpPr>
        <p:spPr>
          <a:xfrm>
            <a:off x="4596418" y="4221832"/>
            <a:ext cx="5891897" cy="1660525"/>
          </a:xfrm>
          <a:prstGeom prst="rect">
            <a:avLst/>
          </a:prstGeom>
        </p:spPr>
        <p:style>
          <a:lnRef idx="0">
            <a:schemeClr val="dk1"/>
          </a:lnRef>
          <a:fillRef idx="3">
            <a:schemeClr val="dk1"/>
          </a:fillRef>
          <a:effectRef idx="3">
            <a:schemeClr val="dk1"/>
          </a:effectRef>
          <a:fontRef idx="minor">
            <a:schemeClr val="lt1"/>
          </a:fontRef>
        </p:style>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marL="0" marR="0" lvl="0" indent="0" algn="just" defTabSz="457200" rtl="0" eaLnBrk="1" fontAlgn="auto" latinLnBrk="0" hangingPunct="1">
              <a:lnSpc>
                <a:spcPct val="120000"/>
              </a:lnSpc>
              <a:spcBef>
                <a:spcPts val="0"/>
              </a:spcBef>
              <a:spcAft>
                <a:spcPts val="0"/>
              </a:spcAft>
              <a:buClr>
                <a:srgbClr val="1DADEC">
                  <a:lumMod val="75000"/>
                </a:srgbClr>
              </a:buClr>
              <a:buSzPct val="145000"/>
              <a:buFont typeface="Arial" panose="020B0604020202020204"/>
              <a:buNone/>
              <a:defRPr/>
            </a:pPr>
            <a:r>
              <a:rPr kumimoji="0" lang="zh-CN" altLang="en-US" sz="1800" b="0" i="0" u="none" strike="noStrike" kern="1200" cap="none" spc="0" normalizeH="0" baseline="0" noProof="0" dirty="0">
                <a:ln>
                  <a:noFill/>
                </a:ln>
                <a:solidFill>
                  <a:srgbClr val="1D73DA"/>
                </a:solidFill>
                <a:effectLst/>
                <a:uLnTx/>
                <a:uFillTx/>
                <a:latin typeface="华文楷体" panose="02010600040101010101" charset="-122"/>
                <a:ea typeface="华文楷体" panose="02010600040101010101" charset="-122"/>
                <a:cs typeface="+mn-ea"/>
                <a:sym typeface="方正黑体简体" panose="02010601030101010101" pitchFamily="2" charset="-122"/>
              </a:rPr>
              <a:t>当然为了推广平台，吸引用户，在平台运行初期我们会在校园进行海报宣传，同时会在贴吧、微博及微信公众号上进行宣传；在平台进入运行后，我们会推出一些活动来吸引新用户、留住老用户；在整个运营期间，我们都会注重平台的信用，只有诚信经营才可长期发展。</a:t>
            </a:r>
            <a:endParaRPr kumimoji="0" lang="en-US" sz="1800" b="1" i="0" u="none" strike="noStrike" kern="1200" cap="none" spc="0" normalizeH="0" baseline="0" noProof="0" dirty="0">
              <a:ln>
                <a:noFill/>
              </a:ln>
              <a:solidFill>
                <a:srgbClr val="1D73DA"/>
              </a:solidFill>
              <a:effectLst/>
              <a:uLnTx/>
              <a:uFillTx/>
              <a:latin typeface="华文楷体" panose="02010600040101010101" charset="-122"/>
              <a:ea typeface="华文楷体" panose="02010600040101010101" charset="-122"/>
              <a:cs typeface="+mn-cs"/>
              <a:sym typeface="方正黑体简体" panose="02010601030101010101" pitchFamily="2" charset="-122"/>
            </a:endParaRPr>
          </a:p>
        </p:txBody>
      </p:sp>
      <p:sp>
        <p:nvSpPr>
          <p:cNvPr id="50" name="矩形 49"/>
          <p:cNvSpPr/>
          <p:nvPr/>
        </p:nvSpPr>
        <p:spPr>
          <a:xfrm>
            <a:off x="4747247" y="540713"/>
            <a:ext cx="1826141" cy="633187"/>
          </a:xfrm>
          <a:prstGeom prst="rect">
            <a:avLst/>
          </a:prstGeom>
        </p:spPr>
        <p:txBody>
          <a:bodyPr wrap="none">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1D73DA"/>
                </a:solidFill>
                <a:effectLst/>
                <a:uLnTx/>
                <a:uFillTx/>
                <a:latin typeface="方正黑体简体" panose="02010601030101010101" pitchFamily="2" charset="-122"/>
                <a:ea typeface="方正黑体简体" panose="02010601030101010101" pitchFamily="2" charset="-122"/>
                <a:cs typeface="+mn-ea"/>
                <a:sym typeface="方正黑体简体" panose="02010601030101010101" pitchFamily="2" charset="-122"/>
              </a:rPr>
              <a:t>盈利模式</a:t>
            </a:r>
            <a:endParaRPr kumimoji="0" lang="en-US" altLang="zh-CN" sz="3200" b="0" i="0" u="none" strike="noStrike" kern="1200" cap="none" spc="0" normalizeH="0" baseline="0" noProof="0" dirty="0">
              <a:ln>
                <a:noFill/>
              </a:ln>
              <a:solidFill>
                <a:srgbClr val="1D73DA"/>
              </a:solidFill>
              <a:effectLst/>
              <a:uLnTx/>
              <a:uFillTx/>
              <a:latin typeface="方正黑体简体" panose="02010601030101010101" pitchFamily="2" charset="-122"/>
              <a:ea typeface="方正黑体简体" panose="02010601030101010101" pitchFamily="2" charset="-122"/>
              <a:cs typeface="+mn-ea"/>
              <a:sym typeface="方正黑体简体" panose="02010601030101010101" pitchFamily="2" charset="-122"/>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3710" t="29166" r="20938" b="9722"/>
          <a:stretch>
            <a:fillRect/>
          </a:stretch>
        </p:blipFill>
        <p:spPr bwMode="auto">
          <a:xfrm>
            <a:off x="428998" y="2634909"/>
            <a:ext cx="3480128" cy="3799644"/>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p:nvPicPr>
        <p:blipFill rotWithShape="1">
          <a:blip r:embed="rId4"/>
          <a:srcRect l="11311" r="11213"/>
          <a:stretch>
            <a:fillRect/>
          </a:stretch>
        </p:blipFill>
        <p:spPr>
          <a:xfrm>
            <a:off x="512191" y="1056362"/>
            <a:ext cx="3766846" cy="347836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Click="0" advTm="0">
        <p:wipe/>
      </p:transition>
    </mc:Choice>
    <mc:Fallback xmlns="">
      <p:transition spd="slow" advClick="0" advTm="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750"/>
                                        <p:tgtEl>
                                          <p:spTgt spid="4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ipe(left)">
                                      <p:cBhvr>
                                        <p:cTn id="10" dur="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6"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6" name="Straight Connector 65"/>
          <p:cNvCxnSpPr/>
          <p:nvPr/>
        </p:nvCxnSpPr>
        <p:spPr>
          <a:xfrm>
            <a:off x="2663569" y="5277835"/>
            <a:ext cx="1709524" cy="0"/>
          </a:xfrm>
          <a:prstGeom prst="line">
            <a:avLst/>
          </a:prstGeom>
          <a:ln w="9525">
            <a:solidFill>
              <a:schemeClr val="bg1">
                <a:lumMod val="65000"/>
              </a:schemeClr>
            </a:solidFill>
            <a:prstDash val="sysDash"/>
            <a:miter/>
            <a:headEnd type="none" w="med" len="med"/>
            <a:tailEnd type="none" w="med" len="med"/>
          </a:ln>
        </p:spPr>
      </p:cxnSp>
      <p:cxnSp>
        <p:nvCxnSpPr>
          <p:cNvPr id="65" name="Straight Connector 64"/>
          <p:cNvCxnSpPr/>
          <p:nvPr/>
        </p:nvCxnSpPr>
        <p:spPr>
          <a:xfrm>
            <a:off x="3262223" y="4218423"/>
            <a:ext cx="2051431" cy="0"/>
          </a:xfrm>
          <a:prstGeom prst="line">
            <a:avLst/>
          </a:prstGeom>
          <a:ln w="9525">
            <a:solidFill>
              <a:schemeClr val="bg1">
                <a:lumMod val="65000"/>
              </a:schemeClr>
            </a:solidFill>
            <a:prstDash val="sysDash"/>
            <a:miter/>
            <a:headEnd type="none" w="med" len="med"/>
            <a:tailEnd type="none" w="med" len="med"/>
          </a:ln>
        </p:spPr>
      </p:cxnSp>
      <p:cxnSp>
        <p:nvCxnSpPr>
          <p:cNvPr id="64" name="Straight Connector 63"/>
          <p:cNvCxnSpPr/>
          <p:nvPr/>
        </p:nvCxnSpPr>
        <p:spPr>
          <a:xfrm>
            <a:off x="2758127" y="3177613"/>
            <a:ext cx="1709524" cy="0"/>
          </a:xfrm>
          <a:prstGeom prst="line">
            <a:avLst/>
          </a:prstGeom>
          <a:ln w="9525">
            <a:solidFill>
              <a:schemeClr val="bg1">
                <a:lumMod val="65000"/>
              </a:schemeClr>
            </a:solidFill>
            <a:prstDash val="sysDash"/>
            <a:miter/>
            <a:headEnd type="none" w="med" len="med"/>
            <a:tailEnd type="none" w="med" len="med"/>
          </a:ln>
        </p:spPr>
      </p:cxnSp>
      <p:cxnSp>
        <p:nvCxnSpPr>
          <p:cNvPr id="63" name="Straight Connector 62"/>
          <p:cNvCxnSpPr/>
          <p:nvPr/>
        </p:nvCxnSpPr>
        <p:spPr>
          <a:xfrm>
            <a:off x="2167401" y="2042047"/>
            <a:ext cx="1709524" cy="0"/>
          </a:xfrm>
          <a:prstGeom prst="line">
            <a:avLst/>
          </a:prstGeom>
          <a:ln w="9525">
            <a:solidFill>
              <a:schemeClr val="bg1">
                <a:lumMod val="65000"/>
              </a:schemeClr>
            </a:solidFill>
            <a:prstDash val="sysDash"/>
            <a:miter/>
            <a:headEnd type="none" w="med" len="med"/>
            <a:tailEnd type="none" w="med" len="med"/>
          </a:ln>
        </p:spPr>
      </p:cxnSp>
      <p:grpSp>
        <p:nvGrpSpPr>
          <p:cNvPr id="5" name="Group 4"/>
          <p:cNvGrpSpPr/>
          <p:nvPr/>
        </p:nvGrpSpPr>
        <p:grpSpPr>
          <a:xfrm>
            <a:off x="1996805" y="4845394"/>
            <a:ext cx="1132721" cy="1066132"/>
            <a:chOff x="6139503" y="4871969"/>
            <a:chExt cx="1192668" cy="1122553"/>
          </a:xfrm>
        </p:grpSpPr>
        <p:sp>
          <p:nvSpPr>
            <p:cNvPr id="6" name="Rounded Rectangle 5"/>
            <p:cNvSpPr/>
            <p:nvPr/>
          </p:nvSpPr>
          <p:spPr>
            <a:xfrm>
              <a:off x="6139503" y="4871969"/>
              <a:ext cx="1192668" cy="1122553"/>
            </a:xfrm>
            <a:prstGeom prst="roundRect">
              <a:avLst>
                <a:gd name="adj" fmla="val 9375"/>
              </a:avLst>
            </a:prstGeom>
            <a:solidFill>
              <a:schemeClr val="accent4"/>
            </a:solidFill>
            <a:ln>
              <a:noFill/>
            </a:ln>
          </p:spPr>
          <p:txBody>
            <a:bodyPr anchor="ctr"/>
            <a:lstStyle>
              <a:lvl1pPr lvl="0">
                <a:defRPr>
                  <a:solidFill>
                    <a:schemeClr val="tx1"/>
                  </a:solidFill>
                  <a:latin typeface="Calibri" panose="020F0502020204030204"/>
                  <a:ea typeface="MS PGothic" panose="020B0600070205080204" charset="-128"/>
                </a:defRPr>
              </a:lvl1pPr>
              <a:lvl2pPr marL="37931725" lvl="1" indent="-37474525">
                <a:defRPr>
                  <a:solidFill>
                    <a:schemeClr val="tx1"/>
                  </a:solidFill>
                  <a:latin typeface="Calibri" panose="020F0502020204030204"/>
                  <a:ea typeface="MS PGothic" panose="020B0600070205080204" charset="-128"/>
                </a:defRPr>
              </a:lvl2pPr>
              <a:lvl3pPr lvl="2">
                <a:defRPr>
                  <a:solidFill>
                    <a:schemeClr val="tx1"/>
                  </a:solidFill>
                  <a:latin typeface="Calibri" panose="020F0502020204030204"/>
                  <a:ea typeface="MS PGothic" panose="020B0600070205080204" charset="-128"/>
                </a:defRPr>
              </a:lvl3pPr>
              <a:lvl4pPr lvl="3">
                <a:defRPr>
                  <a:solidFill>
                    <a:schemeClr val="tx1"/>
                  </a:solidFill>
                  <a:latin typeface="Calibri" panose="020F0502020204030204"/>
                  <a:ea typeface="MS PGothic" panose="020B0600070205080204" charset="-128"/>
                </a:defRPr>
              </a:lvl4pPr>
              <a:lvl5pPr lvl="4">
                <a:defRPr>
                  <a:solidFill>
                    <a:schemeClr val="tx1"/>
                  </a:solidFill>
                  <a:latin typeface="Calibri" panose="020F0502020204030204"/>
                  <a:ea typeface="MS PGothic" panose="020B0600070205080204" charset="-128"/>
                </a:defRPr>
              </a:lvl5pPr>
              <a:lvl6pPr marL="457200" lvl="5">
                <a:spcBef>
                  <a:spcPct val="0"/>
                </a:spcBef>
                <a:spcAft>
                  <a:spcPct val="0"/>
                </a:spcAft>
                <a:defRPr>
                  <a:solidFill>
                    <a:schemeClr val="tx1"/>
                  </a:solidFill>
                  <a:latin typeface="Calibri" panose="020F0502020204030204"/>
                  <a:ea typeface="MS PGothic" panose="020B0600070205080204" charset="-128"/>
                </a:defRPr>
              </a:lvl6pPr>
              <a:lvl7pPr marL="914400" lvl="6">
                <a:spcBef>
                  <a:spcPct val="0"/>
                </a:spcBef>
                <a:spcAft>
                  <a:spcPct val="0"/>
                </a:spcAft>
                <a:defRPr>
                  <a:solidFill>
                    <a:schemeClr val="tx1"/>
                  </a:solidFill>
                  <a:latin typeface="Calibri" panose="020F0502020204030204"/>
                  <a:ea typeface="MS PGothic" panose="020B0600070205080204" charset="-128"/>
                </a:defRPr>
              </a:lvl7pPr>
              <a:lvl8pPr marL="1371600" lvl="7">
                <a:spcBef>
                  <a:spcPct val="0"/>
                </a:spcBef>
                <a:spcAft>
                  <a:spcPct val="0"/>
                </a:spcAft>
                <a:defRPr>
                  <a:solidFill>
                    <a:schemeClr val="tx1"/>
                  </a:solidFill>
                  <a:latin typeface="Calibri" panose="020F0502020204030204"/>
                  <a:ea typeface="MS PGothic" panose="020B0600070205080204" charset="-128"/>
                </a:defRPr>
              </a:lvl8pPr>
              <a:lvl9pPr marL="1828800" lvl="8">
                <a:spcBef>
                  <a:spcPct val="0"/>
                </a:spcBef>
                <a:spcAft>
                  <a:spcPct val="0"/>
                </a:spcAft>
                <a:defRPr>
                  <a:solidFill>
                    <a:schemeClr val="tx1"/>
                  </a:solidFill>
                  <a:latin typeface="Calibri" panose="020F0502020204030204"/>
                  <a:ea typeface="MS PGothic" panose="020B0600070205080204" charset="-128"/>
                </a:defRPr>
              </a:lvl9pPr>
            </a:lstStyle>
            <a:p>
              <a:pPr marL="0" lvl="0" indent="0" algn="ctr" defTabSz="457200">
                <a:lnSpc>
                  <a:spcPct val="120000"/>
                </a:lnSpc>
                <a:spcBef>
                  <a:spcPts val="0"/>
                </a:spcBef>
                <a:spcAft>
                  <a:spcPts val="0"/>
                </a:spcAft>
                <a:buNone/>
              </a:pPr>
              <a:endParaRPr lang="id-ID" sz="2635" b="0" i="0" u="none" strike="noStrike" kern="1200" spc="0" baseline="0">
                <a:solidFill>
                  <a:srgbClr val="FFFFFF"/>
                </a:solidFill>
                <a:latin typeface="方正黑体简体"/>
                <a:ea typeface="方正黑体简体"/>
              </a:endParaRPr>
            </a:p>
          </p:txBody>
        </p:sp>
        <p:sp>
          <p:nvSpPr>
            <p:cNvPr id="7" name="TextBox 21"/>
            <p:cNvSpPr txBox="1"/>
            <p:nvPr/>
          </p:nvSpPr>
          <p:spPr>
            <a:xfrm>
              <a:off x="6356737" y="5179787"/>
              <a:ext cx="771727" cy="562522"/>
            </a:xfrm>
            <a:prstGeom prst="rect">
              <a:avLst/>
            </a:prstGeom>
            <a:noFill/>
            <a:ln>
              <a:noFill/>
            </a:ln>
          </p:spPr>
          <p:txBody>
            <a:bodyPr>
              <a:spAutoFit/>
            </a:bodyPr>
            <a:lstStyle>
              <a:lvl1pPr lvl="0">
                <a:defRPr>
                  <a:solidFill>
                    <a:schemeClr val="tx1"/>
                  </a:solidFill>
                  <a:latin typeface="Calibri" panose="020F0502020204030204"/>
                  <a:ea typeface="MS PGothic" panose="020B0600070205080204" charset="-128"/>
                </a:defRPr>
              </a:lvl1pPr>
              <a:lvl2pPr marL="37931725" lvl="1" indent="-37474525">
                <a:defRPr>
                  <a:solidFill>
                    <a:schemeClr val="tx1"/>
                  </a:solidFill>
                  <a:latin typeface="Calibri" panose="020F0502020204030204"/>
                  <a:ea typeface="MS PGothic" panose="020B0600070205080204" charset="-128"/>
                </a:defRPr>
              </a:lvl2pPr>
              <a:lvl3pPr lvl="2">
                <a:defRPr>
                  <a:solidFill>
                    <a:schemeClr val="tx1"/>
                  </a:solidFill>
                  <a:latin typeface="Calibri" panose="020F0502020204030204"/>
                  <a:ea typeface="MS PGothic" panose="020B0600070205080204" charset="-128"/>
                </a:defRPr>
              </a:lvl3pPr>
              <a:lvl4pPr lvl="3">
                <a:defRPr>
                  <a:solidFill>
                    <a:schemeClr val="tx1"/>
                  </a:solidFill>
                  <a:latin typeface="Calibri" panose="020F0502020204030204"/>
                  <a:ea typeface="MS PGothic" panose="020B0600070205080204" charset="-128"/>
                </a:defRPr>
              </a:lvl4pPr>
              <a:lvl5pPr lvl="4">
                <a:defRPr>
                  <a:solidFill>
                    <a:schemeClr val="tx1"/>
                  </a:solidFill>
                  <a:latin typeface="Calibri" panose="020F0502020204030204"/>
                  <a:ea typeface="MS PGothic" panose="020B0600070205080204" charset="-128"/>
                </a:defRPr>
              </a:lvl5pPr>
              <a:lvl6pPr marL="457200" lvl="5">
                <a:spcBef>
                  <a:spcPct val="0"/>
                </a:spcBef>
                <a:spcAft>
                  <a:spcPct val="0"/>
                </a:spcAft>
                <a:defRPr>
                  <a:solidFill>
                    <a:schemeClr val="tx1"/>
                  </a:solidFill>
                  <a:latin typeface="Calibri" panose="020F0502020204030204"/>
                  <a:ea typeface="MS PGothic" panose="020B0600070205080204" charset="-128"/>
                </a:defRPr>
              </a:lvl6pPr>
              <a:lvl7pPr marL="914400" lvl="6">
                <a:spcBef>
                  <a:spcPct val="0"/>
                </a:spcBef>
                <a:spcAft>
                  <a:spcPct val="0"/>
                </a:spcAft>
                <a:defRPr>
                  <a:solidFill>
                    <a:schemeClr val="tx1"/>
                  </a:solidFill>
                  <a:latin typeface="Calibri" panose="020F0502020204030204"/>
                  <a:ea typeface="MS PGothic" panose="020B0600070205080204" charset="-128"/>
                </a:defRPr>
              </a:lvl7pPr>
              <a:lvl8pPr marL="1371600" lvl="7">
                <a:spcBef>
                  <a:spcPct val="0"/>
                </a:spcBef>
                <a:spcAft>
                  <a:spcPct val="0"/>
                </a:spcAft>
                <a:defRPr>
                  <a:solidFill>
                    <a:schemeClr val="tx1"/>
                  </a:solidFill>
                  <a:latin typeface="Calibri" panose="020F0502020204030204"/>
                  <a:ea typeface="MS PGothic" panose="020B0600070205080204" charset="-128"/>
                </a:defRPr>
              </a:lvl8pPr>
              <a:lvl9pPr marL="1828800" lvl="8">
                <a:spcBef>
                  <a:spcPct val="0"/>
                </a:spcBef>
                <a:spcAft>
                  <a:spcPct val="0"/>
                </a:spcAft>
                <a:defRPr>
                  <a:solidFill>
                    <a:schemeClr val="tx1"/>
                  </a:solidFill>
                  <a:latin typeface="Calibri" panose="020F0502020204030204"/>
                  <a:ea typeface="MS PGothic" panose="020B0600070205080204" charset="-128"/>
                </a:defRPr>
              </a:lvl9pPr>
            </a:lstStyle>
            <a:p>
              <a:pPr marL="0" lvl="0" indent="0" algn="ctr" defTabSz="457200">
                <a:lnSpc>
                  <a:spcPct val="120000"/>
                </a:lnSpc>
                <a:spcBef>
                  <a:spcPts val="0"/>
                </a:spcBef>
                <a:spcAft>
                  <a:spcPts val="0"/>
                </a:spcAft>
                <a:buNone/>
              </a:pPr>
              <a:r>
                <a:rPr lang="nb-NO" sz="2635" b="0" i="0" u="none" strike="noStrike" kern="1200" spc="0" baseline="0">
                  <a:solidFill>
                    <a:srgbClr val="FFFFFF"/>
                  </a:solidFill>
                  <a:latin typeface="方正黑体简体"/>
                  <a:ea typeface="方正黑体简体"/>
                </a:rPr>
                <a:t>01</a:t>
              </a:r>
            </a:p>
          </p:txBody>
        </p:sp>
      </p:grpSp>
      <p:grpSp>
        <p:nvGrpSpPr>
          <p:cNvPr id="8" name="Group 7"/>
          <p:cNvGrpSpPr/>
          <p:nvPr/>
        </p:nvGrpSpPr>
        <p:grpSpPr>
          <a:xfrm>
            <a:off x="2263325" y="3779270"/>
            <a:ext cx="1132721" cy="1066133"/>
            <a:chOff x="6420131" y="3749417"/>
            <a:chExt cx="1192668" cy="1122553"/>
          </a:xfrm>
        </p:grpSpPr>
        <p:sp>
          <p:nvSpPr>
            <p:cNvPr id="9" name="Rounded Rectangle 8"/>
            <p:cNvSpPr/>
            <p:nvPr/>
          </p:nvSpPr>
          <p:spPr>
            <a:xfrm>
              <a:off x="6420131" y="3749417"/>
              <a:ext cx="1192668" cy="1122553"/>
            </a:xfrm>
            <a:prstGeom prst="roundRect">
              <a:avLst>
                <a:gd name="adj" fmla="val 9375"/>
              </a:avLst>
            </a:prstGeom>
            <a:solidFill>
              <a:schemeClr val="accent3"/>
            </a:solidFill>
            <a:ln>
              <a:noFill/>
            </a:ln>
          </p:spPr>
          <p:txBody>
            <a:bodyPr anchor="ctr"/>
            <a:lstStyle>
              <a:lvl1pPr lvl="0">
                <a:defRPr>
                  <a:solidFill>
                    <a:schemeClr val="tx1"/>
                  </a:solidFill>
                  <a:latin typeface="Calibri" panose="020F0502020204030204"/>
                  <a:ea typeface="MS PGothic" panose="020B0600070205080204" charset="-128"/>
                </a:defRPr>
              </a:lvl1pPr>
              <a:lvl2pPr marL="37931725" lvl="1" indent="-37474525">
                <a:defRPr>
                  <a:solidFill>
                    <a:schemeClr val="tx1"/>
                  </a:solidFill>
                  <a:latin typeface="Calibri" panose="020F0502020204030204"/>
                  <a:ea typeface="MS PGothic" panose="020B0600070205080204" charset="-128"/>
                </a:defRPr>
              </a:lvl2pPr>
              <a:lvl3pPr lvl="2">
                <a:defRPr>
                  <a:solidFill>
                    <a:schemeClr val="tx1"/>
                  </a:solidFill>
                  <a:latin typeface="Calibri" panose="020F0502020204030204"/>
                  <a:ea typeface="MS PGothic" panose="020B0600070205080204" charset="-128"/>
                </a:defRPr>
              </a:lvl3pPr>
              <a:lvl4pPr lvl="3">
                <a:defRPr>
                  <a:solidFill>
                    <a:schemeClr val="tx1"/>
                  </a:solidFill>
                  <a:latin typeface="Calibri" panose="020F0502020204030204"/>
                  <a:ea typeface="MS PGothic" panose="020B0600070205080204" charset="-128"/>
                </a:defRPr>
              </a:lvl4pPr>
              <a:lvl5pPr lvl="4">
                <a:defRPr>
                  <a:solidFill>
                    <a:schemeClr val="tx1"/>
                  </a:solidFill>
                  <a:latin typeface="Calibri" panose="020F0502020204030204"/>
                  <a:ea typeface="MS PGothic" panose="020B0600070205080204" charset="-128"/>
                </a:defRPr>
              </a:lvl5pPr>
              <a:lvl6pPr marL="457200" lvl="5">
                <a:spcBef>
                  <a:spcPct val="0"/>
                </a:spcBef>
                <a:spcAft>
                  <a:spcPct val="0"/>
                </a:spcAft>
                <a:defRPr>
                  <a:solidFill>
                    <a:schemeClr val="tx1"/>
                  </a:solidFill>
                  <a:latin typeface="Calibri" panose="020F0502020204030204"/>
                  <a:ea typeface="MS PGothic" panose="020B0600070205080204" charset="-128"/>
                </a:defRPr>
              </a:lvl6pPr>
              <a:lvl7pPr marL="914400" lvl="6">
                <a:spcBef>
                  <a:spcPct val="0"/>
                </a:spcBef>
                <a:spcAft>
                  <a:spcPct val="0"/>
                </a:spcAft>
                <a:defRPr>
                  <a:solidFill>
                    <a:schemeClr val="tx1"/>
                  </a:solidFill>
                  <a:latin typeface="Calibri" panose="020F0502020204030204"/>
                  <a:ea typeface="MS PGothic" panose="020B0600070205080204" charset="-128"/>
                </a:defRPr>
              </a:lvl7pPr>
              <a:lvl8pPr marL="1371600" lvl="7">
                <a:spcBef>
                  <a:spcPct val="0"/>
                </a:spcBef>
                <a:spcAft>
                  <a:spcPct val="0"/>
                </a:spcAft>
                <a:defRPr>
                  <a:solidFill>
                    <a:schemeClr val="tx1"/>
                  </a:solidFill>
                  <a:latin typeface="Calibri" panose="020F0502020204030204"/>
                  <a:ea typeface="MS PGothic" panose="020B0600070205080204" charset="-128"/>
                </a:defRPr>
              </a:lvl8pPr>
              <a:lvl9pPr marL="1828800" lvl="8">
                <a:spcBef>
                  <a:spcPct val="0"/>
                </a:spcBef>
                <a:spcAft>
                  <a:spcPct val="0"/>
                </a:spcAft>
                <a:defRPr>
                  <a:solidFill>
                    <a:schemeClr val="tx1"/>
                  </a:solidFill>
                  <a:latin typeface="Calibri" panose="020F0502020204030204"/>
                  <a:ea typeface="MS PGothic" panose="020B0600070205080204" charset="-128"/>
                </a:defRPr>
              </a:lvl9pPr>
            </a:lstStyle>
            <a:p>
              <a:pPr marL="0" lvl="0" indent="0" algn="ctr" defTabSz="457200">
                <a:lnSpc>
                  <a:spcPct val="120000"/>
                </a:lnSpc>
                <a:spcBef>
                  <a:spcPts val="0"/>
                </a:spcBef>
                <a:spcAft>
                  <a:spcPts val="0"/>
                </a:spcAft>
                <a:buNone/>
              </a:pPr>
              <a:endParaRPr lang="id-ID" sz="2635" b="0" i="0" u="none" strike="noStrike" kern="1200" spc="0" baseline="0">
                <a:solidFill>
                  <a:srgbClr val="FFFFFF"/>
                </a:solidFill>
                <a:latin typeface="方正黑体简体"/>
                <a:ea typeface="方正黑体简体"/>
              </a:endParaRPr>
            </a:p>
          </p:txBody>
        </p:sp>
        <p:sp>
          <p:nvSpPr>
            <p:cNvPr id="10" name="TextBox 22"/>
            <p:cNvSpPr txBox="1"/>
            <p:nvPr/>
          </p:nvSpPr>
          <p:spPr>
            <a:xfrm>
              <a:off x="6672041" y="4034885"/>
              <a:ext cx="771727" cy="562522"/>
            </a:xfrm>
            <a:prstGeom prst="rect">
              <a:avLst/>
            </a:prstGeom>
            <a:noFill/>
            <a:ln>
              <a:noFill/>
            </a:ln>
          </p:spPr>
          <p:txBody>
            <a:bodyPr>
              <a:spAutoFit/>
            </a:bodyPr>
            <a:lstStyle>
              <a:lvl1pPr lvl="0">
                <a:defRPr>
                  <a:solidFill>
                    <a:schemeClr val="tx1"/>
                  </a:solidFill>
                  <a:latin typeface="Calibri" panose="020F0502020204030204"/>
                  <a:ea typeface="MS PGothic" panose="020B0600070205080204" charset="-128"/>
                </a:defRPr>
              </a:lvl1pPr>
              <a:lvl2pPr marL="37931725" lvl="1" indent="-37474525">
                <a:defRPr>
                  <a:solidFill>
                    <a:schemeClr val="tx1"/>
                  </a:solidFill>
                  <a:latin typeface="Calibri" panose="020F0502020204030204"/>
                  <a:ea typeface="MS PGothic" panose="020B0600070205080204" charset="-128"/>
                </a:defRPr>
              </a:lvl2pPr>
              <a:lvl3pPr lvl="2">
                <a:defRPr>
                  <a:solidFill>
                    <a:schemeClr val="tx1"/>
                  </a:solidFill>
                  <a:latin typeface="Calibri" panose="020F0502020204030204"/>
                  <a:ea typeface="MS PGothic" panose="020B0600070205080204" charset="-128"/>
                </a:defRPr>
              </a:lvl3pPr>
              <a:lvl4pPr lvl="3">
                <a:defRPr>
                  <a:solidFill>
                    <a:schemeClr val="tx1"/>
                  </a:solidFill>
                  <a:latin typeface="Calibri" panose="020F0502020204030204"/>
                  <a:ea typeface="MS PGothic" panose="020B0600070205080204" charset="-128"/>
                </a:defRPr>
              </a:lvl4pPr>
              <a:lvl5pPr lvl="4">
                <a:defRPr>
                  <a:solidFill>
                    <a:schemeClr val="tx1"/>
                  </a:solidFill>
                  <a:latin typeface="Calibri" panose="020F0502020204030204"/>
                  <a:ea typeface="MS PGothic" panose="020B0600070205080204" charset="-128"/>
                </a:defRPr>
              </a:lvl5pPr>
              <a:lvl6pPr marL="457200" lvl="5">
                <a:spcBef>
                  <a:spcPct val="0"/>
                </a:spcBef>
                <a:spcAft>
                  <a:spcPct val="0"/>
                </a:spcAft>
                <a:defRPr>
                  <a:solidFill>
                    <a:schemeClr val="tx1"/>
                  </a:solidFill>
                  <a:latin typeface="Calibri" panose="020F0502020204030204"/>
                  <a:ea typeface="MS PGothic" panose="020B0600070205080204" charset="-128"/>
                </a:defRPr>
              </a:lvl6pPr>
              <a:lvl7pPr marL="914400" lvl="6">
                <a:spcBef>
                  <a:spcPct val="0"/>
                </a:spcBef>
                <a:spcAft>
                  <a:spcPct val="0"/>
                </a:spcAft>
                <a:defRPr>
                  <a:solidFill>
                    <a:schemeClr val="tx1"/>
                  </a:solidFill>
                  <a:latin typeface="Calibri" panose="020F0502020204030204"/>
                  <a:ea typeface="MS PGothic" panose="020B0600070205080204" charset="-128"/>
                </a:defRPr>
              </a:lvl7pPr>
              <a:lvl8pPr marL="1371600" lvl="7">
                <a:spcBef>
                  <a:spcPct val="0"/>
                </a:spcBef>
                <a:spcAft>
                  <a:spcPct val="0"/>
                </a:spcAft>
                <a:defRPr>
                  <a:solidFill>
                    <a:schemeClr val="tx1"/>
                  </a:solidFill>
                  <a:latin typeface="Calibri" panose="020F0502020204030204"/>
                  <a:ea typeface="MS PGothic" panose="020B0600070205080204" charset="-128"/>
                </a:defRPr>
              </a:lvl8pPr>
              <a:lvl9pPr marL="1828800" lvl="8">
                <a:spcBef>
                  <a:spcPct val="0"/>
                </a:spcBef>
                <a:spcAft>
                  <a:spcPct val="0"/>
                </a:spcAft>
                <a:defRPr>
                  <a:solidFill>
                    <a:schemeClr val="tx1"/>
                  </a:solidFill>
                  <a:latin typeface="Calibri" panose="020F0502020204030204"/>
                  <a:ea typeface="MS PGothic" panose="020B0600070205080204" charset="-128"/>
                </a:defRPr>
              </a:lvl9pPr>
            </a:lstStyle>
            <a:p>
              <a:pPr marL="0" lvl="0" indent="0" algn="ctr" defTabSz="457200">
                <a:lnSpc>
                  <a:spcPct val="120000"/>
                </a:lnSpc>
                <a:spcBef>
                  <a:spcPts val="0"/>
                </a:spcBef>
                <a:spcAft>
                  <a:spcPts val="0"/>
                </a:spcAft>
                <a:buNone/>
              </a:pPr>
              <a:r>
                <a:rPr lang="nb-NO" sz="2635" b="0" i="0" u="none" strike="noStrike" kern="1200" spc="0" baseline="0">
                  <a:solidFill>
                    <a:srgbClr val="FFFFFF"/>
                  </a:solidFill>
                  <a:latin typeface="方正黑体简体"/>
                  <a:ea typeface="方正黑体简体"/>
                </a:rPr>
                <a:t>02</a:t>
              </a:r>
            </a:p>
          </p:txBody>
        </p:sp>
      </p:grpSp>
      <p:grpSp>
        <p:nvGrpSpPr>
          <p:cNvPr id="11" name="Group 10"/>
          <p:cNvGrpSpPr/>
          <p:nvPr/>
        </p:nvGrpSpPr>
        <p:grpSpPr>
          <a:xfrm>
            <a:off x="1863542" y="2713149"/>
            <a:ext cx="1132721" cy="1066130"/>
            <a:chOff x="5999190" y="2626865"/>
            <a:chExt cx="1192668" cy="1122553"/>
          </a:xfrm>
        </p:grpSpPr>
        <p:sp>
          <p:nvSpPr>
            <p:cNvPr id="12" name="Rounded Rectangle 11"/>
            <p:cNvSpPr/>
            <p:nvPr/>
          </p:nvSpPr>
          <p:spPr>
            <a:xfrm>
              <a:off x="5999190" y="2626865"/>
              <a:ext cx="1192668" cy="1122553"/>
            </a:xfrm>
            <a:prstGeom prst="roundRect">
              <a:avLst>
                <a:gd name="adj" fmla="val 9375"/>
              </a:avLst>
            </a:prstGeom>
            <a:solidFill>
              <a:schemeClr val="accent2"/>
            </a:solidFill>
            <a:ln>
              <a:noFill/>
            </a:ln>
          </p:spPr>
          <p:txBody>
            <a:bodyPr anchor="ctr"/>
            <a:lstStyle>
              <a:lvl1pPr lvl="0">
                <a:defRPr>
                  <a:solidFill>
                    <a:schemeClr val="tx1"/>
                  </a:solidFill>
                  <a:latin typeface="Calibri" panose="020F0502020204030204"/>
                  <a:ea typeface="MS PGothic" panose="020B0600070205080204" charset="-128"/>
                </a:defRPr>
              </a:lvl1pPr>
              <a:lvl2pPr marL="37931725" lvl="1" indent="-37474525">
                <a:defRPr>
                  <a:solidFill>
                    <a:schemeClr val="tx1"/>
                  </a:solidFill>
                  <a:latin typeface="Calibri" panose="020F0502020204030204"/>
                  <a:ea typeface="MS PGothic" panose="020B0600070205080204" charset="-128"/>
                </a:defRPr>
              </a:lvl2pPr>
              <a:lvl3pPr lvl="2">
                <a:defRPr>
                  <a:solidFill>
                    <a:schemeClr val="tx1"/>
                  </a:solidFill>
                  <a:latin typeface="Calibri" panose="020F0502020204030204"/>
                  <a:ea typeface="MS PGothic" panose="020B0600070205080204" charset="-128"/>
                </a:defRPr>
              </a:lvl3pPr>
              <a:lvl4pPr lvl="3">
                <a:defRPr>
                  <a:solidFill>
                    <a:schemeClr val="tx1"/>
                  </a:solidFill>
                  <a:latin typeface="Calibri" panose="020F0502020204030204"/>
                  <a:ea typeface="MS PGothic" panose="020B0600070205080204" charset="-128"/>
                </a:defRPr>
              </a:lvl4pPr>
              <a:lvl5pPr lvl="4">
                <a:defRPr>
                  <a:solidFill>
                    <a:schemeClr val="tx1"/>
                  </a:solidFill>
                  <a:latin typeface="Calibri" panose="020F0502020204030204"/>
                  <a:ea typeface="MS PGothic" panose="020B0600070205080204" charset="-128"/>
                </a:defRPr>
              </a:lvl5pPr>
              <a:lvl6pPr marL="457200" lvl="5">
                <a:spcBef>
                  <a:spcPct val="0"/>
                </a:spcBef>
                <a:spcAft>
                  <a:spcPct val="0"/>
                </a:spcAft>
                <a:defRPr>
                  <a:solidFill>
                    <a:schemeClr val="tx1"/>
                  </a:solidFill>
                  <a:latin typeface="Calibri" panose="020F0502020204030204"/>
                  <a:ea typeface="MS PGothic" panose="020B0600070205080204" charset="-128"/>
                </a:defRPr>
              </a:lvl6pPr>
              <a:lvl7pPr marL="914400" lvl="6">
                <a:spcBef>
                  <a:spcPct val="0"/>
                </a:spcBef>
                <a:spcAft>
                  <a:spcPct val="0"/>
                </a:spcAft>
                <a:defRPr>
                  <a:solidFill>
                    <a:schemeClr val="tx1"/>
                  </a:solidFill>
                  <a:latin typeface="Calibri" panose="020F0502020204030204"/>
                  <a:ea typeface="MS PGothic" panose="020B0600070205080204" charset="-128"/>
                </a:defRPr>
              </a:lvl7pPr>
              <a:lvl8pPr marL="1371600" lvl="7">
                <a:spcBef>
                  <a:spcPct val="0"/>
                </a:spcBef>
                <a:spcAft>
                  <a:spcPct val="0"/>
                </a:spcAft>
                <a:defRPr>
                  <a:solidFill>
                    <a:schemeClr val="tx1"/>
                  </a:solidFill>
                  <a:latin typeface="Calibri" panose="020F0502020204030204"/>
                  <a:ea typeface="MS PGothic" panose="020B0600070205080204" charset="-128"/>
                </a:defRPr>
              </a:lvl8pPr>
              <a:lvl9pPr marL="1828800" lvl="8">
                <a:spcBef>
                  <a:spcPct val="0"/>
                </a:spcBef>
                <a:spcAft>
                  <a:spcPct val="0"/>
                </a:spcAft>
                <a:defRPr>
                  <a:solidFill>
                    <a:schemeClr val="tx1"/>
                  </a:solidFill>
                  <a:latin typeface="Calibri" panose="020F0502020204030204"/>
                  <a:ea typeface="MS PGothic" panose="020B0600070205080204" charset="-128"/>
                </a:defRPr>
              </a:lvl9pPr>
            </a:lstStyle>
            <a:p>
              <a:pPr marL="0" lvl="0" indent="0" algn="ctr" defTabSz="457200">
                <a:lnSpc>
                  <a:spcPct val="120000"/>
                </a:lnSpc>
                <a:spcBef>
                  <a:spcPts val="0"/>
                </a:spcBef>
                <a:spcAft>
                  <a:spcPts val="0"/>
                </a:spcAft>
                <a:buNone/>
              </a:pPr>
              <a:endParaRPr lang="id-ID" sz="2635" b="0" i="0" u="none" strike="noStrike" kern="1200" spc="0" baseline="0">
                <a:solidFill>
                  <a:srgbClr val="FFFFFF"/>
                </a:solidFill>
                <a:latin typeface="方正黑体简体"/>
                <a:ea typeface="方正黑体简体"/>
              </a:endParaRPr>
            </a:p>
          </p:txBody>
        </p:sp>
        <p:sp>
          <p:nvSpPr>
            <p:cNvPr id="13" name="TextBox 23"/>
            <p:cNvSpPr txBox="1"/>
            <p:nvPr/>
          </p:nvSpPr>
          <p:spPr>
            <a:xfrm>
              <a:off x="6231728" y="2895663"/>
              <a:ext cx="771727" cy="562523"/>
            </a:xfrm>
            <a:prstGeom prst="rect">
              <a:avLst/>
            </a:prstGeom>
            <a:noFill/>
            <a:ln>
              <a:noFill/>
            </a:ln>
          </p:spPr>
          <p:txBody>
            <a:bodyPr>
              <a:spAutoFit/>
            </a:bodyPr>
            <a:lstStyle>
              <a:lvl1pPr lvl="0">
                <a:defRPr>
                  <a:solidFill>
                    <a:schemeClr val="tx1"/>
                  </a:solidFill>
                  <a:latin typeface="Calibri" panose="020F0502020204030204"/>
                  <a:ea typeface="MS PGothic" panose="020B0600070205080204" charset="-128"/>
                </a:defRPr>
              </a:lvl1pPr>
              <a:lvl2pPr marL="37931725" lvl="1" indent="-37474525">
                <a:defRPr>
                  <a:solidFill>
                    <a:schemeClr val="tx1"/>
                  </a:solidFill>
                  <a:latin typeface="Calibri" panose="020F0502020204030204"/>
                  <a:ea typeface="MS PGothic" panose="020B0600070205080204" charset="-128"/>
                </a:defRPr>
              </a:lvl2pPr>
              <a:lvl3pPr lvl="2">
                <a:defRPr>
                  <a:solidFill>
                    <a:schemeClr val="tx1"/>
                  </a:solidFill>
                  <a:latin typeface="Calibri" panose="020F0502020204030204"/>
                  <a:ea typeface="MS PGothic" panose="020B0600070205080204" charset="-128"/>
                </a:defRPr>
              </a:lvl3pPr>
              <a:lvl4pPr lvl="3">
                <a:defRPr>
                  <a:solidFill>
                    <a:schemeClr val="tx1"/>
                  </a:solidFill>
                  <a:latin typeface="Calibri" panose="020F0502020204030204"/>
                  <a:ea typeface="MS PGothic" panose="020B0600070205080204" charset="-128"/>
                </a:defRPr>
              </a:lvl4pPr>
              <a:lvl5pPr lvl="4">
                <a:defRPr>
                  <a:solidFill>
                    <a:schemeClr val="tx1"/>
                  </a:solidFill>
                  <a:latin typeface="Calibri" panose="020F0502020204030204"/>
                  <a:ea typeface="MS PGothic" panose="020B0600070205080204" charset="-128"/>
                </a:defRPr>
              </a:lvl5pPr>
              <a:lvl6pPr marL="457200" lvl="5">
                <a:spcBef>
                  <a:spcPct val="0"/>
                </a:spcBef>
                <a:spcAft>
                  <a:spcPct val="0"/>
                </a:spcAft>
                <a:defRPr>
                  <a:solidFill>
                    <a:schemeClr val="tx1"/>
                  </a:solidFill>
                  <a:latin typeface="Calibri" panose="020F0502020204030204"/>
                  <a:ea typeface="MS PGothic" panose="020B0600070205080204" charset="-128"/>
                </a:defRPr>
              </a:lvl6pPr>
              <a:lvl7pPr marL="914400" lvl="6">
                <a:spcBef>
                  <a:spcPct val="0"/>
                </a:spcBef>
                <a:spcAft>
                  <a:spcPct val="0"/>
                </a:spcAft>
                <a:defRPr>
                  <a:solidFill>
                    <a:schemeClr val="tx1"/>
                  </a:solidFill>
                  <a:latin typeface="Calibri" panose="020F0502020204030204"/>
                  <a:ea typeface="MS PGothic" panose="020B0600070205080204" charset="-128"/>
                </a:defRPr>
              </a:lvl7pPr>
              <a:lvl8pPr marL="1371600" lvl="7">
                <a:spcBef>
                  <a:spcPct val="0"/>
                </a:spcBef>
                <a:spcAft>
                  <a:spcPct val="0"/>
                </a:spcAft>
                <a:defRPr>
                  <a:solidFill>
                    <a:schemeClr val="tx1"/>
                  </a:solidFill>
                  <a:latin typeface="Calibri" panose="020F0502020204030204"/>
                  <a:ea typeface="MS PGothic" panose="020B0600070205080204" charset="-128"/>
                </a:defRPr>
              </a:lvl8pPr>
              <a:lvl9pPr marL="1828800" lvl="8">
                <a:spcBef>
                  <a:spcPct val="0"/>
                </a:spcBef>
                <a:spcAft>
                  <a:spcPct val="0"/>
                </a:spcAft>
                <a:defRPr>
                  <a:solidFill>
                    <a:schemeClr val="tx1"/>
                  </a:solidFill>
                  <a:latin typeface="Calibri" panose="020F0502020204030204"/>
                  <a:ea typeface="MS PGothic" panose="020B0600070205080204" charset="-128"/>
                </a:defRPr>
              </a:lvl9pPr>
            </a:lstStyle>
            <a:p>
              <a:pPr marL="0" lvl="0" indent="0" algn="ctr" defTabSz="457200">
                <a:lnSpc>
                  <a:spcPct val="120000"/>
                </a:lnSpc>
                <a:spcBef>
                  <a:spcPts val="0"/>
                </a:spcBef>
                <a:spcAft>
                  <a:spcPts val="0"/>
                </a:spcAft>
                <a:buNone/>
              </a:pPr>
              <a:r>
                <a:rPr lang="nb-NO" sz="2635" b="0" i="0" u="none" strike="noStrike" kern="1200" spc="0" baseline="0">
                  <a:solidFill>
                    <a:srgbClr val="FFFFFF"/>
                  </a:solidFill>
                  <a:latin typeface="方正黑体简体"/>
                  <a:ea typeface="方正黑体简体"/>
                </a:rPr>
                <a:t>03</a:t>
              </a:r>
            </a:p>
          </p:txBody>
        </p:sp>
      </p:grpSp>
      <p:grpSp>
        <p:nvGrpSpPr>
          <p:cNvPr id="14" name="Group 13"/>
          <p:cNvGrpSpPr/>
          <p:nvPr/>
        </p:nvGrpSpPr>
        <p:grpSpPr>
          <a:xfrm>
            <a:off x="1297188" y="1706429"/>
            <a:ext cx="1132721" cy="1066132"/>
            <a:chOff x="5402860" y="1566869"/>
            <a:chExt cx="1192668" cy="1122553"/>
          </a:xfrm>
        </p:grpSpPr>
        <p:sp>
          <p:nvSpPr>
            <p:cNvPr id="15" name="Rounded Rectangle 14"/>
            <p:cNvSpPr/>
            <p:nvPr/>
          </p:nvSpPr>
          <p:spPr>
            <a:xfrm rot="20684149">
              <a:off x="5402860" y="1566869"/>
              <a:ext cx="1192668" cy="1122553"/>
            </a:xfrm>
            <a:prstGeom prst="roundRect">
              <a:avLst>
                <a:gd name="adj" fmla="val 9375"/>
              </a:avLst>
            </a:prstGeom>
            <a:solidFill>
              <a:schemeClr val="accent1"/>
            </a:solidFill>
            <a:ln>
              <a:noFill/>
            </a:ln>
          </p:spPr>
          <p:txBody>
            <a:bodyPr anchor="ctr"/>
            <a:lstStyle>
              <a:lvl1pPr lvl="0">
                <a:defRPr>
                  <a:solidFill>
                    <a:schemeClr val="tx1"/>
                  </a:solidFill>
                  <a:latin typeface="Calibri" panose="020F0502020204030204"/>
                  <a:ea typeface="MS PGothic" panose="020B0600070205080204" charset="-128"/>
                </a:defRPr>
              </a:lvl1pPr>
              <a:lvl2pPr marL="37931725" lvl="1" indent="-37474525">
                <a:defRPr>
                  <a:solidFill>
                    <a:schemeClr val="tx1"/>
                  </a:solidFill>
                  <a:latin typeface="Calibri" panose="020F0502020204030204"/>
                  <a:ea typeface="MS PGothic" panose="020B0600070205080204" charset="-128"/>
                </a:defRPr>
              </a:lvl2pPr>
              <a:lvl3pPr lvl="2">
                <a:defRPr>
                  <a:solidFill>
                    <a:schemeClr val="tx1"/>
                  </a:solidFill>
                  <a:latin typeface="Calibri" panose="020F0502020204030204"/>
                  <a:ea typeface="MS PGothic" panose="020B0600070205080204" charset="-128"/>
                </a:defRPr>
              </a:lvl3pPr>
              <a:lvl4pPr lvl="3">
                <a:defRPr>
                  <a:solidFill>
                    <a:schemeClr val="tx1"/>
                  </a:solidFill>
                  <a:latin typeface="Calibri" panose="020F0502020204030204"/>
                  <a:ea typeface="MS PGothic" panose="020B0600070205080204" charset="-128"/>
                </a:defRPr>
              </a:lvl4pPr>
              <a:lvl5pPr lvl="4">
                <a:defRPr>
                  <a:solidFill>
                    <a:schemeClr val="tx1"/>
                  </a:solidFill>
                  <a:latin typeface="Calibri" panose="020F0502020204030204"/>
                  <a:ea typeface="MS PGothic" panose="020B0600070205080204" charset="-128"/>
                </a:defRPr>
              </a:lvl5pPr>
              <a:lvl6pPr marL="457200" lvl="5">
                <a:spcBef>
                  <a:spcPct val="0"/>
                </a:spcBef>
                <a:spcAft>
                  <a:spcPct val="0"/>
                </a:spcAft>
                <a:defRPr>
                  <a:solidFill>
                    <a:schemeClr val="tx1"/>
                  </a:solidFill>
                  <a:latin typeface="Calibri" panose="020F0502020204030204"/>
                  <a:ea typeface="MS PGothic" panose="020B0600070205080204" charset="-128"/>
                </a:defRPr>
              </a:lvl6pPr>
              <a:lvl7pPr marL="914400" lvl="6">
                <a:spcBef>
                  <a:spcPct val="0"/>
                </a:spcBef>
                <a:spcAft>
                  <a:spcPct val="0"/>
                </a:spcAft>
                <a:defRPr>
                  <a:solidFill>
                    <a:schemeClr val="tx1"/>
                  </a:solidFill>
                  <a:latin typeface="Calibri" panose="020F0502020204030204"/>
                  <a:ea typeface="MS PGothic" panose="020B0600070205080204" charset="-128"/>
                </a:defRPr>
              </a:lvl7pPr>
              <a:lvl8pPr marL="1371600" lvl="7">
                <a:spcBef>
                  <a:spcPct val="0"/>
                </a:spcBef>
                <a:spcAft>
                  <a:spcPct val="0"/>
                </a:spcAft>
                <a:defRPr>
                  <a:solidFill>
                    <a:schemeClr val="tx1"/>
                  </a:solidFill>
                  <a:latin typeface="Calibri" panose="020F0502020204030204"/>
                  <a:ea typeface="MS PGothic" panose="020B0600070205080204" charset="-128"/>
                </a:defRPr>
              </a:lvl8pPr>
              <a:lvl9pPr marL="1828800" lvl="8">
                <a:spcBef>
                  <a:spcPct val="0"/>
                </a:spcBef>
                <a:spcAft>
                  <a:spcPct val="0"/>
                </a:spcAft>
                <a:defRPr>
                  <a:solidFill>
                    <a:schemeClr val="tx1"/>
                  </a:solidFill>
                  <a:latin typeface="Calibri" panose="020F0502020204030204"/>
                  <a:ea typeface="MS PGothic" panose="020B0600070205080204" charset="-128"/>
                </a:defRPr>
              </a:lvl9pPr>
            </a:lstStyle>
            <a:p>
              <a:pPr marL="0" lvl="0" indent="0" algn="ctr" defTabSz="457200">
                <a:lnSpc>
                  <a:spcPct val="120000"/>
                </a:lnSpc>
                <a:spcBef>
                  <a:spcPts val="0"/>
                </a:spcBef>
                <a:spcAft>
                  <a:spcPts val="0"/>
                </a:spcAft>
                <a:buNone/>
              </a:pPr>
              <a:endParaRPr lang="id-ID" sz="2635" b="0" i="0" u="none" strike="noStrike" kern="1200" spc="0" baseline="0">
                <a:solidFill>
                  <a:srgbClr val="FFFFFF"/>
                </a:solidFill>
                <a:latin typeface="方正黑体简体"/>
                <a:ea typeface="方正黑体简体"/>
              </a:endParaRPr>
            </a:p>
          </p:txBody>
        </p:sp>
        <p:sp>
          <p:nvSpPr>
            <p:cNvPr id="16" name="TextBox 24"/>
            <p:cNvSpPr txBox="1"/>
            <p:nvPr/>
          </p:nvSpPr>
          <p:spPr>
            <a:xfrm rot="20681241">
              <a:off x="5613324" y="1799719"/>
              <a:ext cx="771727" cy="562522"/>
            </a:xfrm>
            <a:prstGeom prst="rect">
              <a:avLst/>
            </a:prstGeom>
            <a:noFill/>
            <a:ln>
              <a:noFill/>
            </a:ln>
          </p:spPr>
          <p:txBody>
            <a:bodyPr>
              <a:spAutoFit/>
            </a:bodyPr>
            <a:lstStyle>
              <a:lvl1pPr lvl="0">
                <a:defRPr>
                  <a:solidFill>
                    <a:schemeClr val="tx1"/>
                  </a:solidFill>
                  <a:latin typeface="Calibri" panose="020F0502020204030204"/>
                  <a:ea typeface="MS PGothic" panose="020B0600070205080204" charset="-128"/>
                </a:defRPr>
              </a:lvl1pPr>
              <a:lvl2pPr marL="37931725" lvl="1" indent="-37474525">
                <a:defRPr>
                  <a:solidFill>
                    <a:schemeClr val="tx1"/>
                  </a:solidFill>
                  <a:latin typeface="Calibri" panose="020F0502020204030204"/>
                  <a:ea typeface="MS PGothic" panose="020B0600070205080204" charset="-128"/>
                </a:defRPr>
              </a:lvl2pPr>
              <a:lvl3pPr lvl="2">
                <a:defRPr>
                  <a:solidFill>
                    <a:schemeClr val="tx1"/>
                  </a:solidFill>
                  <a:latin typeface="Calibri" panose="020F0502020204030204"/>
                  <a:ea typeface="MS PGothic" panose="020B0600070205080204" charset="-128"/>
                </a:defRPr>
              </a:lvl3pPr>
              <a:lvl4pPr lvl="3">
                <a:defRPr>
                  <a:solidFill>
                    <a:schemeClr val="tx1"/>
                  </a:solidFill>
                  <a:latin typeface="Calibri" panose="020F0502020204030204"/>
                  <a:ea typeface="MS PGothic" panose="020B0600070205080204" charset="-128"/>
                </a:defRPr>
              </a:lvl4pPr>
              <a:lvl5pPr lvl="4">
                <a:defRPr>
                  <a:solidFill>
                    <a:schemeClr val="tx1"/>
                  </a:solidFill>
                  <a:latin typeface="Calibri" panose="020F0502020204030204"/>
                  <a:ea typeface="MS PGothic" panose="020B0600070205080204" charset="-128"/>
                </a:defRPr>
              </a:lvl5pPr>
              <a:lvl6pPr marL="457200" lvl="5">
                <a:spcBef>
                  <a:spcPct val="0"/>
                </a:spcBef>
                <a:spcAft>
                  <a:spcPct val="0"/>
                </a:spcAft>
                <a:defRPr>
                  <a:solidFill>
                    <a:schemeClr val="tx1"/>
                  </a:solidFill>
                  <a:latin typeface="Calibri" panose="020F0502020204030204"/>
                  <a:ea typeface="MS PGothic" panose="020B0600070205080204" charset="-128"/>
                </a:defRPr>
              </a:lvl6pPr>
              <a:lvl7pPr marL="914400" lvl="6">
                <a:spcBef>
                  <a:spcPct val="0"/>
                </a:spcBef>
                <a:spcAft>
                  <a:spcPct val="0"/>
                </a:spcAft>
                <a:defRPr>
                  <a:solidFill>
                    <a:schemeClr val="tx1"/>
                  </a:solidFill>
                  <a:latin typeface="Calibri" panose="020F0502020204030204"/>
                  <a:ea typeface="MS PGothic" panose="020B0600070205080204" charset="-128"/>
                </a:defRPr>
              </a:lvl7pPr>
              <a:lvl8pPr marL="1371600" lvl="7">
                <a:spcBef>
                  <a:spcPct val="0"/>
                </a:spcBef>
                <a:spcAft>
                  <a:spcPct val="0"/>
                </a:spcAft>
                <a:defRPr>
                  <a:solidFill>
                    <a:schemeClr val="tx1"/>
                  </a:solidFill>
                  <a:latin typeface="Calibri" panose="020F0502020204030204"/>
                  <a:ea typeface="MS PGothic" panose="020B0600070205080204" charset="-128"/>
                </a:defRPr>
              </a:lvl8pPr>
              <a:lvl9pPr marL="1828800" lvl="8">
                <a:spcBef>
                  <a:spcPct val="0"/>
                </a:spcBef>
                <a:spcAft>
                  <a:spcPct val="0"/>
                </a:spcAft>
                <a:defRPr>
                  <a:solidFill>
                    <a:schemeClr val="tx1"/>
                  </a:solidFill>
                  <a:latin typeface="Calibri" panose="020F0502020204030204"/>
                  <a:ea typeface="MS PGothic" panose="020B0600070205080204" charset="-128"/>
                </a:defRPr>
              </a:lvl9pPr>
            </a:lstStyle>
            <a:p>
              <a:pPr marL="0" lvl="0" indent="0" algn="ctr" defTabSz="457200">
                <a:lnSpc>
                  <a:spcPct val="120000"/>
                </a:lnSpc>
                <a:spcBef>
                  <a:spcPts val="0"/>
                </a:spcBef>
                <a:spcAft>
                  <a:spcPts val="0"/>
                </a:spcAft>
                <a:buNone/>
              </a:pPr>
              <a:r>
                <a:rPr lang="nb-NO" sz="2635" b="0" i="0" u="none" strike="noStrike" kern="1200" spc="0" baseline="0">
                  <a:solidFill>
                    <a:srgbClr val="FFFFFF"/>
                  </a:solidFill>
                  <a:latin typeface="方正黑体简体"/>
                  <a:ea typeface="方正黑体简体"/>
                </a:rPr>
                <a:t>04</a:t>
              </a:r>
            </a:p>
          </p:txBody>
        </p:sp>
      </p:grpSp>
      <p:grpSp>
        <p:nvGrpSpPr>
          <p:cNvPr id="27" name="Group 26"/>
          <p:cNvGrpSpPr/>
          <p:nvPr/>
        </p:nvGrpSpPr>
        <p:grpSpPr>
          <a:xfrm>
            <a:off x="3326935" y="1668895"/>
            <a:ext cx="854764" cy="854764"/>
            <a:chOff x="5385173" y="1917525"/>
            <a:chExt cx="1440000" cy="1440000"/>
          </a:xfrm>
        </p:grpSpPr>
        <p:sp>
          <p:nvSpPr>
            <p:cNvPr id="28" name="Oval 27"/>
            <p:cNvSpPr/>
            <p:nvPr/>
          </p:nvSpPr>
          <p:spPr>
            <a:xfrm>
              <a:off x="5385173" y="1917525"/>
              <a:ext cx="1440000" cy="1440000"/>
            </a:xfrm>
            <a:prstGeom prst="ellipse">
              <a:avLst/>
            </a:prstGeom>
            <a:solidFill>
              <a:schemeClr val="bg1">
                <a:alpha val="60000"/>
                <a:lumMod val="65000"/>
              </a:schemeClr>
            </a:solidFill>
            <a:ln>
              <a:noFill/>
            </a:ln>
          </p:spPr>
          <p:txBody>
            <a:bodyPr anchor="ctr"/>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29" name="Oval 28"/>
            <p:cNvSpPr/>
            <p:nvPr/>
          </p:nvSpPr>
          <p:spPr>
            <a:xfrm>
              <a:off x="5475173" y="2007525"/>
              <a:ext cx="1260000" cy="1260000"/>
            </a:xfrm>
            <a:prstGeom prst="ellipse">
              <a:avLst/>
            </a:prstGeom>
            <a:solidFill>
              <a:schemeClr val="accent1"/>
            </a:solidFill>
            <a:ln>
              <a:noFill/>
            </a:ln>
          </p:spPr>
          <p:txBody>
            <a:bodyPr anchor="ctr"/>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grpSp>
      <p:grpSp>
        <p:nvGrpSpPr>
          <p:cNvPr id="30" name="Group 29"/>
          <p:cNvGrpSpPr/>
          <p:nvPr/>
        </p:nvGrpSpPr>
        <p:grpSpPr>
          <a:xfrm>
            <a:off x="4256894" y="4833099"/>
            <a:ext cx="854763" cy="854764"/>
            <a:chOff x="5385173" y="1917525"/>
            <a:chExt cx="1440000" cy="1440000"/>
          </a:xfrm>
        </p:grpSpPr>
        <p:sp>
          <p:nvSpPr>
            <p:cNvPr id="31" name="Oval 30"/>
            <p:cNvSpPr/>
            <p:nvPr/>
          </p:nvSpPr>
          <p:spPr>
            <a:xfrm>
              <a:off x="5385173" y="1917525"/>
              <a:ext cx="1440000" cy="1440000"/>
            </a:xfrm>
            <a:prstGeom prst="ellipse">
              <a:avLst/>
            </a:prstGeom>
            <a:solidFill>
              <a:schemeClr val="bg1">
                <a:alpha val="60000"/>
                <a:lumMod val="65000"/>
              </a:schemeClr>
            </a:solidFill>
            <a:ln>
              <a:noFill/>
            </a:ln>
          </p:spPr>
          <p:txBody>
            <a:bodyPr anchor="ctr"/>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32" name="Oval 31"/>
            <p:cNvSpPr/>
            <p:nvPr/>
          </p:nvSpPr>
          <p:spPr>
            <a:xfrm>
              <a:off x="5475175" y="2007525"/>
              <a:ext cx="1260001" cy="1260001"/>
            </a:xfrm>
            <a:prstGeom prst="ellipse">
              <a:avLst/>
            </a:prstGeom>
            <a:solidFill>
              <a:schemeClr val="accent4"/>
            </a:solidFill>
            <a:ln>
              <a:noFill/>
            </a:ln>
          </p:spPr>
          <p:txBody>
            <a:bodyPr anchor="ctr"/>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grpSp>
      <p:grpSp>
        <p:nvGrpSpPr>
          <p:cNvPr id="33" name="Group 32"/>
          <p:cNvGrpSpPr/>
          <p:nvPr/>
        </p:nvGrpSpPr>
        <p:grpSpPr>
          <a:xfrm>
            <a:off x="4642271" y="3789360"/>
            <a:ext cx="854764" cy="854764"/>
            <a:chOff x="5385173" y="1917525"/>
            <a:chExt cx="1440000" cy="1440000"/>
          </a:xfrm>
        </p:grpSpPr>
        <p:sp>
          <p:nvSpPr>
            <p:cNvPr id="34" name="Oval 33"/>
            <p:cNvSpPr/>
            <p:nvPr/>
          </p:nvSpPr>
          <p:spPr>
            <a:xfrm>
              <a:off x="5385173" y="1917525"/>
              <a:ext cx="1440000" cy="1440000"/>
            </a:xfrm>
            <a:prstGeom prst="ellipse">
              <a:avLst/>
            </a:prstGeom>
            <a:solidFill>
              <a:schemeClr val="bg1">
                <a:alpha val="60000"/>
                <a:lumMod val="65000"/>
              </a:schemeClr>
            </a:solidFill>
            <a:ln>
              <a:noFill/>
            </a:ln>
          </p:spPr>
          <p:txBody>
            <a:bodyPr anchor="ctr"/>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35" name="Oval 34"/>
            <p:cNvSpPr/>
            <p:nvPr/>
          </p:nvSpPr>
          <p:spPr>
            <a:xfrm>
              <a:off x="5475173" y="2007525"/>
              <a:ext cx="1260000" cy="1260000"/>
            </a:xfrm>
            <a:prstGeom prst="ellipse">
              <a:avLst/>
            </a:prstGeom>
            <a:solidFill>
              <a:schemeClr val="accent3"/>
            </a:solidFill>
            <a:ln>
              <a:noFill/>
            </a:ln>
          </p:spPr>
          <p:txBody>
            <a:bodyPr anchor="ctr"/>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grpSp>
      <p:grpSp>
        <p:nvGrpSpPr>
          <p:cNvPr id="36" name="Group 35"/>
          <p:cNvGrpSpPr/>
          <p:nvPr/>
        </p:nvGrpSpPr>
        <p:grpSpPr>
          <a:xfrm>
            <a:off x="3894478" y="2747225"/>
            <a:ext cx="854764" cy="854764"/>
            <a:chOff x="5385173" y="1917525"/>
            <a:chExt cx="1440000" cy="1440000"/>
          </a:xfrm>
        </p:grpSpPr>
        <p:sp>
          <p:nvSpPr>
            <p:cNvPr id="37" name="Oval 36"/>
            <p:cNvSpPr/>
            <p:nvPr/>
          </p:nvSpPr>
          <p:spPr>
            <a:xfrm>
              <a:off x="5385173" y="1917525"/>
              <a:ext cx="1440000" cy="1440000"/>
            </a:xfrm>
            <a:prstGeom prst="ellipse">
              <a:avLst/>
            </a:prstGeom>
            <a:solidFill>
              <a:schemeClr val="bg1">
                <a:alpha val="60000"/>
                <a:lumMod val="65000"/>
              </a:schemeClr>
            </a:solidFill>
            <a:ln>
              <a:noFill/>
            </a:ln>
          </p:spPr>
          <p:txBody>
            <a:bodyPr anchor="ctr"/>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38" name="Oval 37"/>
            <p:cNvSpPr/>
            <p:nvPr/>
          </p:nvSpPr>
          <p:spPr>
            <a:xfrm>
              <a:off x="5475173" y="2007525"/>
              <a:ext cx="1260000" cy="1260000"/>
            </a:xfrm>
            <a:prstGeom prst="ellipse">
              <a:avLst/>
            </a:prstGeom>
            <a:solidFill>
              <a:schemeClr val="accent2"/>
            </a:solidFill>
            <a:ln>
              <a:noFill/>
            </a:ln>
          </p:spPr>
          <p:txBody>
            <a:bodyPr anchor="ctr"/>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grpSp>
      <p:grpSp>
        <p:nvGrpSpPr>
          <p:cNvPr id="39" name="Group 38"/>
          <p:cNvGrpSpPr/>
          <p:nvPr/>
        </p:nvGrpSpPr>
        <p:grpSpPr>
          <a:xfrm>
            <a:off x="3518679" y="1855874"/>
            <a:ext cx="462999" cy="462999"/>
            <a:chOff x="-2771775" y="66675"/>
            <a:chExt cx="827087" cy="827088"/>
          </a:xfrm>
          <a:solidFill>
            <a:schemeClr val="bg1"/>
          </a:solidFill>
        </p:grpSpPr>
        <p:sp>
          <p:nvSpPr>
            <p:cNvPr id="40" name="Freeform 19"/>
            <p:cNvSpPr/>
            <p:nvPr/>
          </p:nvSpPr>
          <p:spPr>
            <a:xfrm>
              <a:off x="-2771775" y="66675"/>
              <a:ext cx="827087" cy="827088"/>
            </a:xfrm>
            <a:custGeom>
              <a:avLst/>
              <a:gdLst/>
              <a:ahLst/>
              <a:cxnLst/>
              <a:rect l="0" t="0" r="r" b="b"/>
              <a:pathLst>
                <a:path w="827087" h="827088">
                  <a:moveTo>
                    <a:pt x="785733" y="327076"/>
                  </a:moveTo>
                  <a:cubicBezTo>
                    <a:pt x="706783" y="312038"/>
                    <a:pt x="706783" y="312038"/>
                    <a:pt x="706783" y="312038"/>
                  </a:cubicBezTo>
                  <a:cubicBezTo>
                    <a:pt x="703024" y="300759"/>
                    <a:pt x="699264" y="289481"/>
                    <a:pt x="691745" y="278202"/>
                  </a:cubicBezTo>
                  <a:cubicBezTo>
                    <a:pt x="736859" y="210531"/>
                    <a:pt x="736859" y="210531"/>
                    <a:pt x="736859" y="210531"/>
                  </a:cubicBezTo>
                  <a:cubicBezTo>
                    <a:pt x="751897" y="191734"/>
                    <a:pt x="748138" y="161658"/>
                    <a:pt x="729340" y="146620"/>
                  </a:cubicBezTo>
                  <a:cubicBezTo>
                    <a:pt x="680467" y="97747"/>
                    <a:pt x="680467" y="97747"/>
                    <a:pt x="680467" y="97747"/>
                  </a:cubicBezTo>
                  <a:cubicBezTo>
                    <a:pt x="672948" y="86468"/>
                    <a:pt x="657910" y="82709"/>
                    <a:pt x="642872" y="82709"/>
                  </a:cubicBezTo>
                  <a:cubicBezTo>
                    <a:pt x="635353" y="82709"/>
                    <a:pt x="624075" y="82709"/>
                    <a:pt x="616556" y="90228"/>
                  </a:cubicBezTo>
                  <a:cubicBezTo>
                    <a:pt x="548885" y="135342"/>
                    <a:pt x="548885" y="135342"/>
                    <a:pt x="548885" y="135342"/>
                  </a:cubicBezTo>
                  <a:cubicBezTo>
                    <a:pt x="537607" y="127823"/>
                    <a:pt x="526328" y="124063"/>
                    <a:pt x="515050" y="120304"/>
                  </a:cubicBezTo>
                  <a:cubicBezTo>
                    <a:pt x="500012" y="41354"/>
                    <a:pt x="500012" y="41354"/>
                    <a:pt x="500012" y="41354"/>
                  </a:cubicBezTo>
                  <a:cubicBezTo>
                    <a:pt x="496252" y="18797"/>
                    <a:pt x="473695" y="0"/>
                    <a:pt x="447379" y="0"/>
                  </a:cubicBezTo>
                  <a:cubicBezTo>
                    <a:pt x="379708" y="0"/>
                    <a:pt x="379708" y="0"/>
                    <a:pt x="379708" y="0"/>
                  </a:cubicBezTo>
                  <a:cubicBezTo>
                    <a:pt x="353392" y="0"/>
                    <a:pt x="330835" y="18797"/>
                    <a:pt x="327075" y="41354"/>
                  </a:cubicBezTo>
                  <a:cubicBezTo>
                    <a:pt x="312037" y="120304"/>
                    <a:pt x="312037" y="120304"/>
                    <a:pt x="312037" y="120304"/>
                  </a:cubicBezTo>
                  <a:cubicBezTo>
                    <a:pt x="300759" y="124063"/>
                    <a:pt x="289480" y="127823"/>
                    <a:pt x="278202" y="135342"/>
                  </a:cubicBezTo>
                  <a:cubicBezTo>
                    <a:pt x="210531" y="90228"/>
                    <a:pt x="210531" y="90228"/>
                    <a:pt x="210531" y="90228"/>
                  </a:cubicBezTo>
                  <a:cubicBezTo>
                    <a:pt x="203012" y="82709"/>
                    <a:pt x="191734" y="82709"/>
                    <a:pt x="184215" y="82709"/>
                  </a:cubicBezTo>
                  <a:cubicBezTo>
                    <a:pt x="169177" y="82709"/>
                    <a:pt x="154139" y="86468"/>
                    <a:pt x="146620" y="97747"/>
                  </a:cubicBezTo>
                  <a:cubicBezTo>
                    <a:pt x="97747" y="146620"/>
                    <a:pt x="97747" y="146620"/>
                    <a:pt x="97747" y="146620"/>
                  </a:cubicBezTo>
                  <a:cubicBezTo>
                    <a:pt x="78949" y="161658"/>
                    <a:pt x="75190" y="191734"/>
                    <a:pt x="90228" y="210531"/>
                  </a:cubicBezTo>
                  <a:cubicBezTo>
                    <a:pt x="135342" y="278202"/>
                    <a:pt x="135342" y="278202"/>
                    <a:pt x="135342" y="278202"/>
                  </a:cubicBezTo>
                  <a:cubicBezTo>
                    <a:pt x="127823" y="289481"/>
                    <a:pt x="124063" y="300759"/>
                    <a:pt x="120304" y="312038"/>
                  </a:cubicBezTo>
                  <a:cubicBezTo>
                    <a:pt x="41354" y="327076"/>
                    <a:pt x="41354" y="327076"/>
                    <a:pt x="41354" y="327076"/>
                  </a:cubicBezTo>
                  <a:cubicBezTo>
                    <a:pt x="18797" y="330835"/>
                    <a:pt x="0" y="353392"/>
                    <a:pt x="0" y="379709"/>
                  </a:cubicBezTo>
                  <a:cubicBezTo>
                    <a:pt x="0" y="447379"/>
                    <a:pt x="0" y="447379"/>
                    <a:pt x="0" y="447379"/>
                  </a:cubicBezTo>
                  <a:cubicBezTo>
                    <a:pt x="0" y="473696"/>
                    <a:pt x="18797" y="496253"/>
                    <a:pt x="41354" y="500012"/>
                  </a:cubicBezTo>
                  <a:cubicBezTo>
                    <a:pt x="120304" y="515050"/>
                    <a:pt x="120304" y="515050"/>
                    <a:pt x="120304" y="515050"/>
                  </a:cubicBezTo>
                  <a:cubicBezTo>
                    <a:pt x="124063" y="526329"/>
                    <a:pt x="127823" y="537607"/>
                    <a:pt x="135342" y="548886"/>
                  </a:cubicBezTo>
                  <a:cubicBezTo>
                    <a:pt x="90228" y="616557"/>
                    <a:pt x="90228" y="616557"/>
                    <a:pt x="90228" y="616557"/>
                  </a:cubicBezTo>
                  <a:cubicBezTo>
                    <a:pt x="75190" y="635354"/>
                    <a:pt x="78949" y="665430"/>
                    <a:pt x="97747" y="680468"/>
                  </a:cubicBezTo>
                  <a:cubicBezTo>
                    <a:pt x="146620" y="729341"/>
                    <a:pt x="146620" y="729341"/>
                    <a:pt x="146620" y="729341"/>
                  </a:cubicBezTo>
                  <a:cubicBezTo>
                    <a:pt x="154139" y="740620"/>
                    <a:pt x="169177" y="744379"/>
                    <a:pt x="184215" y="744379"/>
                  </a:cubicBezTo>
                  <a:cubicBezTo>
                    <a:pt x="191734" y="744379"/>
                    <a:pt x="203012" y="744379"/>
                    <a:pt x="210531" y="736860"/>
                  </a:cubicBezTo>
                  <a:cubicBezTo>
                    <a:pt x="278202" y="691746"/>
                    <a:pt x="278202" y="691746"/>
                    <a:pt x="278202" y="691746"/>
                  </a:cubicBezTo>
                  <a:cubicBezTo>
                    <a:pt x="289480" y="699265"/>
                    <a:pt x="300759" y="703025"/>
                    <a:pt x="312037" y="706784"/>
                  </a:cubicBezTo>
                  <a:cubicBezTo>
                    <a:pt x="327075" y="785734"/>
                    <a:pt x="327075" y="785734"/>
                    <a:pt x="327075" y="785734"/>
                  </a:cubicBezTo>
                  <a:cubicBezTo>
                    <a:pt x="330835" y="808291"/>
                    <a:pt x="353392" y="827088"/>
                    <a:pt x="379708" y="827088"/>
                  </a:cubicBezTo>
                  <a:cubicBezTo>
                    <a:pt x="447379" y="827088"/>
                    <a:pt x="447379" y="827088"/>
                    <a:pt x="447379" y="827088"/>
                  </a:cubicBezTo>
                  <a:cubicBezTo>
                    <a:pt x="473695" y="827088"/>
                    <a:pt x="496252" y="808291"/>
                    <a:pt x="500012" y="785734"/>
                  </a:cubicBezTo>
                  <a:cubicBezTo>
                    <a:pt x="515050" y="706784"/>
                    <a:pt x="515050" y="706784"/>
                    <a:pt x="515050" y="706784"/>
                  </a:cubicBezTo>
                  <a:cubicBezTo>
                    <a:pt x="526328" y="703025"/>
                    <a:pt x="537607" y="699265"/>
                    <a:pt x="548885" y="691746"/>
                  </a:cubicBezTo>
                  <a:cubicBezTo>
                    <a:pt x="616556" y="736860"/>
                    <a:pt x="616556" y="736860"/>
                    <a:pt x="616556" y="736860"/>
                  </a:cubicBezTo>
                  <a:cubicBezTo>
                    <a:pt x="624075" y="744379"/>
                    <a:pt x="635353" y="744379"/>
                    <a:pt x="642872" y="744379"/>
                  </a:cubicBezTo>
                  <a:cubicBezTo>
                    <a:pt x="657910" y="744379"/>
                    <a:pt x="672948" y="740620"/>
                    <a:pt x="680467" y="729341"/>
                  </a:cubicBezTo>
                  <a:cubicBezTo>
                    <a:pt x="729340" y="680468"/>
                    <a:pt x="729340" y="680468"/>
                    <a:pt x="729340" y="680468"/>
                  </a:cubicBezTo>
                  <a:cubicBezTo>
                    <a:pt x="748138" y="665430"/>
                    <a:pt x="751897" y="635354"/>
                    <a:pt x="736859" y="616557"/>
                  </a:cubicBezTo>
                  <a:cubicBezTo>
                    <a:pt x="691745" y="548886"/>
                    <a:pt x="691745" y="548886"/>
                    <a:pt x="691745" y="548886"/>
                  </a:cubicBezTo>
                  <a:cubicBezTo>
                    <a:pt x="699264" y="537607"/>
                    <a:pt x="703024" y="526329"/>
                    <a:pt x="706783" y="515050"/>
                  </a:cubicBezTo>
                  <a:cubicBezTo>
                    <a:pt x="785733" y="500012"/>
                    <a:pt x="785733" y="500012"/>
                    <a:pt x="785733" y="500012"/>
                  </a:cubicBezTo>
                  <a:cubicBezTo>
                    <a:pt x="808290" y="496253"/>
                    <a:pt x="827087" y="473696"/>
                    <a:pt x="827087" y="447379"/>
                  </a:cubicBezTo>
                  <a:cubicBezTo>
                    <a:pt x="827087" y="379709"/>
                    <a:pt x="827087" y="379709"/>
                    <a:pt x="827087" y="379709"/>
                  </a:cubicBezTo>
                  <a:cubicBezTo>
                    <a:pt x="827087" y="353392"/>
                    <a:pt x="808290" y="330835"/>
                    <a:pt x="785733" y="327076"/>
                  </a:cubicBezTo>
                  <a:close/>
                  <a:moveTo>
                    <a:pt x="695505" y="466177"/>
                  </a:moveTo>
                  <a:cubicBezTo>
                    <a:pt x="676708" y="469936"/>
                    <a:pt x="661670" y="481215"/>
                    <a:pt x="657910" y="500012"/>
                  </a:cubicBezTo>
                  <a:cubicBezTo>
                    <a:pt x="654151" y="507531"/>
                    <a:pt x="650391" y="518810"/>
                    <a:pt x="646632" y="526329"/>
                  </a:cubicBezTo>
                  <a:cubicBezTo>
                    <a:pt x="639113" y="541367"/>
                    <a:pt x="639113" y="560164"/>
                    <a:pt x="650391" y="578962"/>
                  </a:cubicBezTo>
                  <a:cubicBezTo>
                    <a:pt x="695505" y="642873"/>
                    <a:pt x="695505" y="642873"/>
                    <a:pt x="695505" y="642873"/>
                  </a:cubicBezTo>
                  <a:cubicBezTo>
                    <a:pt x="642872" y="695506"/>
                    <a:pt x="642872" y="695506"/>
                    <a:pt x="642872" y="695506"/>
                  </a:cubicBezTo>
                  <a:cubicBezTo>
                    <a:pt x="578961" y="650392"/>
                    <a:pt x="578961" y="650392"/>
                    <a:pt x="578961" y="650392"/>
                  </a:cubicBezTo>
                  <a:cubicBezTo>
                    <a:pt x="567682" y="642873"/>
                    <a:pt x="560163" y="639113"/>
                    <a:pt x="548885" y="639113"/>
                  </a:cubicBezTo>
                  <a:cubicBezTo>
                    <a:pt x="541366" y="639113"/>
                    <a:pt x="533847" y="642873"/>
                    <a:pt x="526328" y="646632"/>
                  </a:cubicBezTo>
                  <a:cubicBezTo>
                    <a:pt x="518809" y="650392"/>
                    <a:pt x="507531" y="654151"/>
                    <a:pt x="500012" y="657911"/>
                  </a:cubicBezTo>
                  <a:cubicBezTo>
                    <a:pt x="481214" y="661670"/>
                    <a:pt x="469936" y="676708"/>
                    <a:pt x="466176" y="695506"/>
                  </a:cubicBezTo>
                  <a:cubicBezTo>
                    <a:pt x="447379" y="774455"/>
                    <a:pt x="447379" y="774455"/>
                    <a:pt x="447379" y="774455"/>
                  </a:cubicBezTo>
                  <a:cubicBezTo>
                    <a:pt x="379708" y="774455"/>
                    <a:pt x="379708" y="774455"/>
                    <a:pt x="379708" y="774455"/>
                  </a:cubicBezTo>
                  <a:cubicBezTo>
                    <a:pt x="360911" y="695506"/>
                    <a:pt x="360911" y="695506"/>
                    <a:pt x="360911" y="695506"/>
                  </a:cubicBezTo>
                  <a:cubicBezTo>
                    <a:pt x="357151" y="676708"/>
                    <a:pt x="345873" y="661670"/>
                    <a:pt x="327075" y="657911"/>
                  </a:cubicBezTo>
                  <a:cubicBezTo>
                    <a:pt x="319556" y="654151"/>
                    <a:pt x="308278" y="650392"/>
                    <a:pt x="300759" y="646632"/>
                  </a:cubicBezTo>
                  <a:cubicBezTo>
                    <a:pt x="293240" y="642873"/>
                    <a:pt x="285721" y="639113"/>
                    <a:pt x="278202" y="639113"/>
                  </a:cubicBezTo>
                  <a:cubicBezTo>
                    <a:pt x="266924" y="639113"/>
                    <a:pt x="259405" y="642873"/>
                    <a:pt x="248126" y="650392"/>
                  </a:cubicBezTo>
                  <a:cubicBezTo>
                    <a:pt x="184215" y="695506"/>
                    <a:pt x="184215" y="695506"/>
                    <a:pt x="184215" y="695506"/>
                  </a:cubicBezTo>
                  <a:cubicBezTo>
                    <a:pt x="131582" y="642873"/>
                    <a:pt x="131582" y="642873"/>
                    <a:pt x="131582" y="642873"/>
                  </a:cubicBezTo>
                  <a:cubicBezTo>
                    <a:pt x="176696" y="578962"/>
                    <a:pt x="176696" y="578962"/>
                    <a:pt x="176696" y="578962"/>
                  </a:cubicBezTo>
                  <a:cubicBezTo>
                    <a:pt x="187974" y="560164"/>
                    <a:pt x="187974" y="541367"/>
                    <a:pt x="180455" y="526329"/>
                  </a:cubicBezTo>
                  <a:cubicBezTo>
                    <a:pt x="176696" y="518810"/>
                    <a:pt x="172936" y="507531"/>
                    <a:pt x="169177" y="500012"/>
                  </a:cubicBezTo>
                  <a:cubicBezTo>
                    <a:pt x="165417" y="481215"/>
                    <a:pt x="150379" y="469936"/>
                    <a:pt x="131582" y="466177"/>
                  </a:cubicBezTo>
                  <a:cubicBezTo>
                    <a:pt x="52633" y="447379"/>
                    <a:pt x="52633" y="447379"/>
                    <a:pt x="52633" y="447379"/>
                  </a:cubicBezTo>
                  <a:cubicBezTo>
                    <a:pt x="52633" y="379709"/>
                    <a:pt x="52633" y="379709"/>
                    <a:pt x="52633" y="379709"/>
                  </a:cubicBezTo>
                  <a:cubicBezTo>
                    <a:pt x="131582" y="360911"/>
                    <a:pt x="131582" y="360911"/>
                    <a:pt x="131582" y="360911"/>
                  </a:cubicBezTo>
                  <a:cubicBezTo>
                    <a:pt x="150379" y="357152"/>
                    <a:pt x="165417" y="345873"/>
                    <a:pt x="169177" y="327076"/>
                  </a:cubicBezTo>
                  <a:cubicBezTo>
                    <a:pt x="172936" y="319557"/>
                    <a:pt x="176696" y="308278"/>
                    <a:pt x="180455" y="300759"/>
                  </a:cubicBezTo>
                  <a:cubicBezTo>
                    <a:pt x="187974" y="285721"/>
                    <a:pt x="187974" y="266924"/>
                    <a:pt x="176696" y="248126"/>
                  </a:cubicBezTo>
                  <a:cubicBezTo>
                    <a:pt x="131582" y="184215"/>
                    <a:pt x="131582" y="184215"/>
                    <a:pt x="131582" y="184215"/>
                  </a:cubicBezTo>
                  <a:cubicBezTo>
                    <a:pt x="184215" y="131582"/>
                    <a:pt x="184215" y="131582"/>
                    <a:pt x="184215" y="131582"/>
                  </a:cubicBezTo>
                  <a:cubicBezTo>
                    <a:pt x="248126" y="176696"/>
                    <a:pt x="248126" y="176696"/>
                    <a:pt x="248126" y="176696"/>
                  </a:cubicBezTo>
                  <a:cubicBezTo>
                    <a:pt x="259405" y="184215"/>
                    <a:pt x="266924" y="187975"/>
                    <a:pt x="278202" y="187975"/>
                  </a:cubicBezTo>
                  <a:cubicBezTo>
                    <a:pt x="285721" y="187975"/>
                    <a:pt x="293240" y="184215"/>
                    <a:pt x="300759" y="180456"/>
                  </a:cubicBezTo>
                  <a:cubicBezTo>
                    <a:pt x="308278" y="176696"/>
                    <a:pt x="319556" y="172937"/>
                    <a:pt x="327075" y="169177"/>
                  </a:cubicBezTo>
                  <a:cubicBezTo>
                    <a:pt x="345873" y="165418"/>
                    <a:pt x="357151" y="150380"/>
                    <a:pt x="360911" y="131582"/>
                  </a:cubicBezTo>
                  <a:cubicBezTo>
                    <a:pt x="379708" y="52633"/>
                    <a:pt x="379708" y="52633"/>
                    <a:pt x="379708" y="52633"/>
                  </a:cubicBezTo>
                  <a:cubicBezTo>
                    <a:pt x="447379" y="52633"/>
                    <a:pt x="447379" y="52633"/>
                    <a:pt x="447379" y="52633"/>
                  </a:cubicBezTo>
                  <a:cubicBezTo>
                    <a:pt x="466176" y="131582"/>
                    <a:pt x="466176" y="131582"/>
                    <a:pt x="466176" y="131582"/>
                  </a:cubicBezTo>
                  <a:cubicBezTo>
                    <a:pt x="469936" y="150380"/>
                    <a:pt x="481214" y="165418"/>
                    <a:pt x="500012" y="169177"/>
                  </a:cubicBezTo>
                  <a:cubicBezTo>
                    <a:pt x="507531" y="172937"/>
                    <a:pt x="518809" y="176696"/>
                    <a:pt x="526328" y="180456"/>
                  </a:cubicBezTo>
                  <a:cubicBezTo>
                    <a:pt x="533847" y="184215"/>
                    <a:pt x="541366" y="187975"/>
                    <a:pt x="548885" y="187975"/>
                  </a:cubicBezTo>
                  <a:cubicBezTo>
                    <a:pt x="560163" y="187975"/>
                    <a:pt x="567682" y="184215"/>
                    <a:pt x="578961" y="176696"/>
                  </a:cubicBezTo>
                  <a:cubicBezTo>
                    <a:pt x="642872" y="131582"/>
                    <a:pt x="642872" y="131582"/>
                    <a:pt x="642872" y="131582"/>
                  </a:cubicBezTo>
                  <a:cubicBezTo>
                    <a:pt x="695505" y="184215"/>
                    <a:pt x="695505" y="184215"/>
                    <a:pt x="695505" y="184215"/>
                  </a:cubicBezTo>
                  <a:cubicBezTo>
                    <a:pt x="650391" y="248126"/>
                    <a:pt x="650391" y="248126"/>
                    <a:pt x="650391" y="248126"/>
                  </a:cubicBezTo>
                  <a:cubicBezTo>
                    <a:pt x="639113" y="266924"/>
                    <a:pt x="639113" y="285721"/>
                    <a:pt x="646632" y="300759"/>
                  </a:cubicBezTo>
                  <a:cubicBezTo>
                    <a:pt x="650391" y="308278"/>
                    <a:pt x="654151" y="319557"/>
                    <a:pt x="657910" y="327076"/>
                  </a:cubicBezTo>
                  <a:cubicBezTo>
                    <a:pt x="661670" y="345873"/>
                    <a:pt x="676708" y="357152"/>
                    <a:pt x="695505" y="360911"/>
                  </a:cubicBezTo>
                  <a:cubicBezTo>
                    <a:pt x="774454" y="379709"/>
                    <a:pt x="774454" y="379709"/>
                    <a:pt x="774454" y="379709"/>
                  </a:cubicBezTo>
                  <a:cubicBezTo>
                    <a:pt x="774454" y="447379"/>
                    <a:pt x="774454" y="447379"/>
                    <a:pt x="774454" y="447379"/>
                  </a:cubicBezTo>
                  <a:lnTo>
                    <a:pt x="695505" y="466177"/>
                  </a:ln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41" name="Freeform 20"/>
            <p:cNvSpPr/>
            <p:nvPr/>
          </p:nvSpPr>
          <p:spPr>
            <a:xfrm>
              <a:off x="-2538413" y="300038"/>
              <a:ext cx="360362" cy="360363"/>
            </a:xfrm>
            <a:custGeom>
              <a:avLst/>
              <a:gdLst/>
              <a:ahLst/>
              <a:cxnLst/>
              <a:rect l="0" t="0" r="r" b="b"/>
              <a:pathLst>
                <a:path w="360362" h="360363">
                  <a:moveTo>
                    <a:pt x="180181" y="0"/>
                  </a:moveTo>
                  <a:cubicBezTo>
                    <a:pt x="78829" y="0"/>
                    <a:pt x="0" y="78829"/>
                    <a:pt x="0" y="180182"/>
                  </a:cubicBezTo>
                  <a:cubicBezTo>
                    <a:pt x="0" y="281534"/>
                    <a:pt x="78829" y="360363"/>
                    <a:pt x="180181" y="360363"/>
                  </a:cubicBezTo>
                  <a:cubicBezTo>
                    <a:pt x="281533" y="360363"/>
                    <a:pt x="360362" y="281534"/>
                    <a:pt x="360362" y="180182"/>
                  </a:cubicBezTo>
                  <a:cubicBezTo>
                    <a:pt x="360362" y="78829"/>
                    <a:pt x="281533" y="0"/>
                    <a:pt x="180181" y="0"/>
                  </a:cubicBezTo>
                  <a:close/>
                  <a:moveTo>
                    <a:pt x="180181" y="337840"/>
                  </a:moveTo>
                  <a:cubicBezTo>
                    <a:pt x="93844" y="337840"/>
                    <a:pt x="22523" y="266518"/>
                    <a:pt x="22523" y="180182"/>
                  </a:cubicBezTo>
                  <a:cubicBezTo>
                    <a:pt x="22523" y="93845"/>
                    <a:pt x="93844" y="22523"/>
                    <a:pt x="180181" y="22523"/>
                  </a:cubicBezTo>
                  <a:cubicBezTo>
                    <a:pt x="266518" y="22523"/>
                    <a:pt x="337839" y="93845"/>
                    <a:pt x="337839" y="180182"/>
                  </a:cubicBezTo>
                  <a:cubicBezTo>
                    <a:pt x="337839" y="266518"/>
                    <a:pt x="266518" y="337840"/>
                    <a:pt x="180181" y="337840"/>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42" name="Freeform 21"/>
            <p:cNvSpPr/>
            <p:nvPr/>
          </p:nvSpPr>
          <p:spPr>
            <a:xfrm>
              <a:off x="-2460625" y="374650"/>
              <a:ext cx="207962" cy="206375"/>
            </a:xfrm>
            <a:custGeom>
              <a:avLst/>
              <a:gdLst/>
              <a:ahLst/>
              <a:cxnLst/>
              <a:rect l="0" t="0" r="r" b="b"/>
              <a:pathLst>
                <a:path w="207962" h="206375">
                  <a:moveTo>
                    <a:pt x="102090" y="0"/>
                  </a:moveTo>
                  <a:cubicBezTo>
                    <a:pt x="45374" y="0"/>
                    <a:pt x="0" y="48780"/>
                    <a:pt x="0" y="105064"/>
                  </a:cubicBezTo>
                  <a:cubicBezTo>
                    <a:pt x="0" y="161348"/>
                    <a:pt x="45374" y="206375"/>
                    <a:pt x="102090" y="206375"/>
                  </a:cubicBezTo>
                  <a:cubicBezTo>
                    <a:pt x="158807" y="206375"/>
                    <a:pt x="207962" y="161348"/>
                    <a:pt x="207962" y="105064"/>
                  </a:cubicBezTo>
                  <a:cubicBezTo>
                    <a:pt x="207962" y="48780"/>
                    <a:pt x="158807" y="0"/>
                    <a:pt x="102090" y="0"/>
                  </a:cubicBezTo>
                  <a:close/>
                  <a:moveTo>
                    <a:pt x="102090" y="183861"/>
                  </a:moveTo>
                  <a:cubicBezTo>
                    <a:pt x="60498" y="183861"/>
                    <a:pt x="22687" y="146339"/>
                    <a:pt x="22687" y="105064"/>
                  </a:cubicBezTo>
                  <a:cubicBezTo>
                    <a:pt x="22687" y="63789"/>
                    <a:pt x="60498" y="26266"/>
                    <a:pt x="102090" y="26266"/>
                  </a:cubicBezTo>
                  <a:cubicBezTo>
                    <a:pt x="143683" y="26266"/>
                    <a:pt x="181494" y="63789"/>
                    <a:pt x="181494" y="105064"/>
                  </a:cubicBezTo>
                  <a:cubicBezTo>
                    <a:pt x="181494" y="146339"/>
                    <a:pt x="143683" y="183861"/>
                    <a:pt x="102090" y="183861"/>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grpSp>
      <p:grpSp>
        <p:nvGrpSpPr>
          <p:cNvPr id="43" name="Group 42"/>
          <p:cNvGrpSpPr/>
          <p:nvPr/>
        </p:nvGrpSpPr>
        <p:grpSpPr>
          <a:xfrm>
            <a:off x="4475663" y="5101007"/>
            <a:ext cx="410634" cy="313848"/>
            <a:chOff x="5516563" y="84138"/>
            <a:chExt cx="1414463" cy="1081087"/>
          </a:xfrm>
          <a:solidFill>
            <a:schemeClr val="bg1"/>
          </a:solidFill>
        </p:grpSpPr>
        <p:sp>
          <p:nvSpPr>
            <p:cNvPr id="44" name="Freeform 13"/>
            <p:cNvSpPr/>
            <p:nvPr/>
          </p:nvSpPr>
          <p:spPr>
            <a:xfrm>
              <a:off x="5688013" y="249238"/>
              <a:ext cx="896938" cy="698500"/>
            </a:xfrm>
            <a:custGeom>
              <a:avLst/>
              <a:gdLst/>
              <a:ahLst/>
              <a:cxnLst/>
              <a:rect l="0" t="0" r="r" b="b"/>
              <a:pathLst>
                <a:path w="896938" h="698500">
                  <a:moveTo>
                    <a:pt x="803116" y="33798"/>
                  </a:moveTo>
                  <a:cubicBezTo>
                    <a:pt x="683024" y="11266"/>
                    <a:pt x="566685" y="0"/>
                    <a:pt x="450345" y="0"/>
                  </a:cubicBezTo>
                  <a:cubicBezTo>
                    <a:pt x="330253" y="0"/>
                    <a:pt x="213914" y="11266"/>
                    <a:pt x="97575" y="33798"/>
                  </a:cubicBezTo>
                  <a:cubicBezTo>
                    <a:pt x="82563" y="37554"/>
                    <a:pt x="67552" y="48820"/>
                    <a:pt x="63799" y="63841"/>
                  </a:cubicBezTo>
                  <a:cubicBezTo>
                    <a:pt x="0" y="251610"/>
                    <a:pt x="0" y="443134"/>
                    <a:pt x="63799" y="634659"/>
                  </a:cubicBezTo>
                  <a:cubicBezTo>
                    <a:pt x="67552" y="649680"/>
                    <a:pt x="82563" y="660946"/>
                    <a:pt x="97575" y="664702"/>
                  </a:cubicBezTo>
                  <a:cubicBezTo>
                    <a:pt x="213914" y="687234"/>
                    <a:pt x="330253" y="698500"/>
                    <a:pt x="450345" y="698500"/>
                  </a:cubicBezTo>
                  <a:cubicBezTo>
                    <a:pt x="566685" y="698500"/>
                    <a:pt x="683024" y="687234"/>
                    <a:pt x="803116" y="664702"/>
                  </a:cubicBezTo>
                  <a:cubicBezTo>
                    <a:pt x="818128" y="660946"/>
                    <a:pt x="829386" y="649680"/>
                    <a:pt x="833139" y="634659"/>
                  </a:cubicBezTo>
                  <a:cubicBezTo>
                    <a:pt x="896938" y="443134"/>
                    <a:pt x="896938" y="251610"/>
                    <a:pt x="833139" y="63841"/>
                  </a:cubicBezTo>
                  <a:cubicBezTo>
                    <a:pt x="829386" y="48820"/>
                    <a:pt x="818128" y="37554"/>
                    <a:pt x="803116" y="33798"/>
                  </a:cubicBezTo>
                  <a:close/>
                  <a:moveTo>
                    <a:pt x="791857" y="619637"/>
                  </a:moveTo>
                  <a:cubicBezTo>
                    <a:pt x="562932" y="668457"/>
                    <a:pt x="334006" y="668457"/>
                    <a:pt x="105081" y="619637"/>
                  </a:cubicBezTo>
                  <a:cubicBezTo>
                    <a:pt x="45035" y="439379"/>
                    <a:pt x="45035" y="259121"/>
                    <a:pt x="105081" y="78863"/>
                  </a:cubicBezTo>
                  <a:cubicBezTo>
                    <a:pt x="334006" y="30043"/>
                    <a:pt x="562932" y="30043"/>
                    <a:pt x="791857" y="78863"/>
                  </a:cubicBezTo>
                  <a:cubicBezTo>
                    <a:pt x="851903" y="259121"/>
                    <a:pt x="851903" y="439379"/>
                    <a:pt x="791857" y="619637"/>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45" name="Freeform 14"/>
            <p:cNvSpPr/>
            <p:nvPr/>
          </p:nvSpPr>
          <p:spPr>
            <a:xfrm>
              <a:off x="5516563" y="84138"/>
              <a:ext cx="1414463" cy="1081087"/>
            </a:xfrm>
            <a:custGeom>
              <a:avLst/>
              <a:gdLst/>
              <a:ahLst/>
              <a:cxnLst/>
              <a:rect l="0" t="0" r="r" b="b"/>
              <a:pathLst>
                <a:path w="1414463" h="1081087">
                  <a:moveTo>
                    <a:pt x="1346929" y="101352"/>
                  </a:moveTo>
                  <a:cubicBezTo>
                    <a:pt x="1339425" y="63814"/>
                    <a:pt x="1309410" y="37538"/>
                    <a:pt x="1275643" y="33784"/>
                  </a:cubicBezTo>
                  <a:cubicBezTo>
                    <a:pt x="1088048" y="11261"/>
                    <a:pt x="896702" y="0"/>
                    <a:pt x="709107" y="0"/>
                  </a:cubicBezTo>
                  <a:cubicBezTo>
                    <a:pt x="517761" y="0"/>
                    <a:pt x="326415" y="11261"/>
                    <a:pt x="138820" y="33784"/>
                  </a:cubicBezTo>
                  <a:cubicBezTo>
                    <a:pt x="105053" y="37538"/>
                    <a:pt x="75038" y="63814"/>
                    <a:pt x="67534" y="101352"/>
                  </a:cubicBezTo>
                  <a:cubicBezTo>
                    <a:pt x="0" y="379131"/>
                    <a:pt x="0" y="660664"/>
                    <a:pt x="67534" y="938444"/>
                  </a:cubicBezTo>
                  <a:cubicBezTo>
                    <a:pt x="75038" y="972228"/>
                    <a:pt x="105053" y="998504"/>
                    <a:pt x="138820" y="1002258"/>
                  </a:cubicBezTo>
                  <a:cubicBezTo>
                    <a:pt x="228865" y="1013519"/>
                    <a:pt x="322663" y="1021027"/>
                    <a:pt x="412708" y="1028534"/>
                  </a:cubicBezTo>
                  <a:cubicBezTo>
                    <a:pt x="408956" y="1032288"/>
                    <a:pt x="405204" y="1032288"/>
                    <a:pt x="405204" y="1036042"/>
                  </a:cubicBezTo>
                  <a:cubicBezTo>
                    <a:pt x="405204" y="1062318"/>
                    <a:pt x="540272" y="1081087"/>
                    <a:pt x="709107" y="1081087"/>
                  </a:cubicBezTo>
                  <a:cubicBezTo>
                    <a:pt x="874191" y="1081087"/>
                    <a:pt x="1009259" y="1062318"/>
                    <a:pt x="1009259" y="1036042"/>
                  </a:cubicBezTo>
                  <a:cubicBezTo>
                    <a:pt x="1009259" y="1032288"/>
                    <a:pt x="1005507" y="1032288"/>
                    <a:pt x="1001755" y="1028534"/>
                  </a:cubicBezTo>
                  <a:cubicBezTo>
                    <a:pt x="1091800" y="1021027"/>
                    <a:pt x="1185598" y="1013519"/>
                    <a:pt x="1275643" y="1002258"/>
                  </a:cubicBezTo>
                  <a:cubicBezTo>
                    <a:pt x="1309410" y="998504"/>
                    <a:pt x="1339425" y="972228"/>
                    <a:pt x="1346929" y="938444"/>
                  </a:cubicBezTo>
                  <a:cubicBezTo>
                    <a:pt x="1414463" y="660664"/>
                    <a:pt x="1414463" y="379131"/>
                    <a:pt x="1346929" y="101352"/>
                  </a:cubicBezTo>
                  <a:close/>
                  <a:moveTo>
                    <a:pt x="1264387" y="915921"/>
                  </a:moveTo>
                  <a:cubicBezTo>
                    <a:pt x="892950" y="960966"/>
                    <a:pt x="521513" y="960966"/>
                    <a:pt x="150076" y="915921"/>
                  </a:cubicBezTo>
                  <a:cubicBezTo>
                    <a:pt x="86293" y="653157"/>
                    <a:pt x="86293" y="386639"/>
                    <a:pt x="150076" y="120121"/>
                  </a:cubicBezTo>
                  <a:cubicBezTo>
                    <a:pt x="521513" y="75075"/>
                    <a:pt x="892950" y="75075"/>
                    <a:pt x="1264387" y="120121"/>
                  </a:cubicBezTo>
                  <a:cubicBezTo>
                    <a:pt x="1328170" y="386639"/>
                    <a:pt x="1328170" y="653157"/>
                    <a:pt x="1264387" y="915921"/>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46" name="Freeform 15"/>
            <p:cNvSpPr/>
            <p:nvPr/>
          </p:nvSpPr>
          <p:spPr>
            <a:xfrm>
              <a:off x="6611938" y="301625"/>
              <a:ext cx="131763" cy="128587"/>
            </a:xfrm>
            <a:custGeom>
              <a:avLst/>
              <a:gdLst/>
              <a:ahLst/>
              <a:cxnLst/>
              <a:rect l="0" t="0" r="r" b="b"/>
              <a:pathLst>
                <a:path w="131763" h="128587">
                  <a:moveTo>
                    <a:pt x="63999" y="128587"/>
                  </a:moveTo>
                  <a:cubicBezTo>
                    <a:pt x="101646" y="128587"/>
                    <a:pt x="131763" y="98331"/>
                    <a:pt x="131763" y="64294"/>
                  </a:cubicBezTo>
                  <a:cubicBezTo>
                    <a:pt x="131763" y="26474"/>
                    <a:pt x="101646" y="0"/>
                    <a:pt x="63999" y="0"/>
                  </a:cubicBezTo>
                  <a:cubicBezTo>
                    <a:pt x="30117" y="0"/>
                    <a:pt x="0" y="26474"/>
                    <a:pt x="0" y="64294"/>
                  </a:cubicBezTo>
                  <a:cubicBezTo>
                    <a:pt x="0" y="98331"/>
                    <a:pt x="30117" y="128587"/>
                    <a:pt x="63999" y="128587"/>
                  </a:cubicBezTo>
                  <a:close/>
                  <a:moveTo>
                    <a:pt x="63999" y="41602"/>
                  </a:moveTo>
                  <a:cubicBezTo>
                    <a:pt x="79058" y="41602"/>
                    <a:pt x="86587" y="52948"/>
                    <a:pt x="86587" y="64294"/>
                  </a:cubicBezTo>
                  <a:cubicBezTo>
                    <a:pt x="86587" y="75639"/>
                    <a:pt x="79058" y="86985"/>
                    <a:pt x="63999" y="86985"/>
                  </a:cubicBezTo>
                  <a:cubicBezTo>
                    <a:pt x="52705" y="86985"/>
                    <a:pt x="45176" y="75639"/>
                    <a:pt x="45176" y="64294"/>
                  </a:cubicBezTo>
                  <a:cubicBezTo>
                    <a:pt x="45176" y="52948"/>
                    <a:pt x="52705" y="41602"/>
                    <a:pt x="63999" y="41602"/>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47" name="Freeform 16"/>
            <p:cNvSpPr/>
            <p:nvPr/>
          </p:nvSpPr>
          <p:spPr>
            <a:xfrm>
              <a:off x="6570663" y="860425"/>
              <a:ext cx="173038" cy="46037"/>
            </a:xfrm>
            <a:custGeom>
              <a:avLst/>
              <a:gdLst/>
              <a:ahLst/>
              <a:cxnLst/>
              <a:rect l="0" t="0" r="r" b="b"/>
              <a:pathLst>
                <a:path w="173038" h="46037">
                  <a:moveTo>
                    <a:pt x="150468" y="0"/>
                  </a:moveTo>
                  <a:cubicBezTo>
                    <a:pt x="18808" y="0"/>
                    <a:pt x="18808" y="0"/>
                    <a:pt x="18808" y="0"/>
                  </a:cubicBezTo>
                  <a:cubicBezTo>
                    <a:pt x="7523" y="0"/>
                    <a:pt x="0" y="11509"/>
                    <a:pt x="0" y="23019"/>
                  </a:cubicBezTo>
                  <a:cubicBezTo>
                    <a:pt x="0" y="34528"/>
                    <a:pt x="7523" y="46037"/>
                    <a:pt x="18808" y="46037"/>
                  </a:cubicBezTo>
                  <a:cubicBezTo>
                    <a:pt x="150468" y="46037"/>
                    <a:pt x="150468" y="46037"/>
                    <a:pt x="150468" y="46037"/>
                  </a:cubicBezTo>
                  <a:cubicBezTo>
                    <a:pt x="161753" y="46037"/>
                    <a:pt x="173038" y="34528"/>
                    <a:pt x="173038" y="23019"/>
                  </a:cubicBezTo>
                  <a:cubicBezTo>
                    <a:pt x="173038" y="11509"/>
                    <a:pt x="161753" y="0"/>
                    <a:pt x="150468" y="0"/>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48" name="Freeform 17"/>
            <p:cNvSpPr/>
            <p:nvPr/>
          </p:nvSpPr>
          <p:spPr>
            <a:xfrm>
              <a:off x="6611938" y="733425"/>
              <a:ext cx="173038" cy="41275"/>
            </a:xfrm>
            <a:custGeom>
              <a:avLst/>
              <a:gdLst/>
              <a:ahLst/>
              <a:cxnLst/>
              <a:rect l="0" t="0" r="r" b="b"/>
              <a:pathLst>
                <a:path w="173038" h="41275">
                  <a:moveTo>
                    <a:pt x="150468" y="0"/>
                  </a:moveTo>
                  <a:cubicBezTo>
                    <a:pt x="22570" y="0"/>
                    <a:pt x="22570" y="0"/>
                    <a:pt x="22570" y="0"/>
                  </a:cubicBezTo>
                  <a:cubicBezTo>
                    <a:pt x="11285" y="0"/>
                    <a:pt x="0" y="7505"/>
                    <a:pt x="0" y="18761"/>
                  </a:cubicBezTo>
                  <a:cubicBezTo>
                    <a:pt x="0" y="33770"/>
                    <a:pt x="11285" y="41275"/>
                    <a:pt x="22570" y="41275"/>
                  </a:cubicBezTo>
                  <a:cubicBezTo>
                    <a:pt x="150468" y="41275"/>
                    <a:pt x="150468" y="41275"/>
                    <a:pt x="150468" y="41275"/>
                  </a:cubicBezTo>
                  <a:cubicBezTo>
                    <a:pt x="165515" y="41275"/>
                    <a:pt x="173038" y="33770"/>
                    <a:pt x="173038" y="18761"/>
                  </a:cubicBezTo>
                  <a:cubicBezTo>
                    <a:pt x="173038" y="7505"/>
                    <a:pt x="165515" y="0"/>
                    <a:pt x="150468" y="0"/>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49" name="Freeform 18"/>
            <p:cNvSpPr/>
            <p:nvPr/>
          </p:nvSpPr>
          <p:spPr>
            <a:xfrm>
              <a:off x="6611938" y="601663"/>
              <a:ext cx="173038" cy="46037"/>
            </a:xfrm>
            <a:custGeom>
              <a:avLst/>
              <a:gdLst/>
              <a:ahLst/>
              <a:cxnLst/>
              <a:rect l="0" t="0" r="r" b="b"/>
              <a:pathLst>
                <a:path w="173038" h="46037">
                  <a:moveTo>
                    <a:pt x="150468" y="0"/>
                  </a:moveTo>
                  <a:cubicBezTo>
                    <a:pt x="22570" y="0"/>
                    <a:pt x="22570" y="0"/>
                    <a:pt x="22570" y="0"/>
                  </a:cubicBezTo>
                  <a:cubicBezTo>
                    <a:pt x="11285" y="0"/>
                    <a:pt x="0" y="11509"/>
                    <a:pt x="0" y="23019"/>
                  </a:cubicBezTo>
                  <a:cubicBezTo>
                    <a:pt x="0" y="34528"/>
                    <a:pt x="11285" y="46037"/>
                    <a:pt x="22570" y="46037"/>
                  </a:cubicBezTo>
                  <a:cubicBezTo>
                    <a:pt x="150468" y="46037"/>
                    <a:pt x="150468" y="46037"/>
                    <a:pt x="150468" y="46037"/>
                  </a:cubicBezTo>
                  <a:cubicBezTo>
                    <a:pt x="165515" y="46037"/>
                    <a:pt x="173038" y="34528"/>
                    <a:pt x="173038" y="23019"/>
                  </a:cubicBezTo>
                  <a:cubicBezTo>
                    <a:pt x="173038" y="11509"/>
                    <a:pt x="165515" y="0"/>
                    <a:pt x="150468" y="0"/>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50" name="Freeform 19"/>
            <p:cNvSpPr/>
            <p:nvPr/>
          </p:nvSpPr>
          <p:spPr>
            <a:xfrm>
              <a:off x="5880100" y="422275"/>
              <a:ext cx="258763" cy="179387"/>
            </a:xfrm>
            <a:custGeom>
              <a:avLst/>
              <a:gdLst/>
              <a:ahLst/>
              <a:cxnLst/>
              <a:rect l="0" t="0" r="r" b="b"/>
              <a:pathLst>
                <a:path w="258763" h="179387">
                  <a:moveTo>
                    <a:pt x="236262" y="0"/>
                  </a:moveTo>
                  <a:cubicBezTo>
                    <a:pt x="37502" y="14949"/>
                    <a:pt x="37502" y="14949"/>
                    <a:pt x="37502" y="14949"/>
                  </a:cubicBezTo>
                  <a:cubicBezTo>
                    <a:pt x="26251" y="14949"/>
                    <a:pt x="15001" y="26161"/>
                    <a:pt x="11251" y="37372"/>
                  </a:cubicBezTo>
                  <a:cubicBezTo>
                    <a:pt x="0" y="156964"/>
                    <a:pt x="0" y="156964"/>
                    <a:pt x="0" y="156964"/>
                  </a:cubicBezTo>
                  <a:cubicBezTo>
                    <a:pt x="0" y="171913"/>
                    <a:pt x="7500" y="179387"/>
                    <a:pt x="18751" y="179387"/>
                  </a:cubicBezTo>
                  <a:cubicBezTo>
                    <a:pt x="30002" y="179387"/>
                    <a:pt x="41252" y="171913"/>
                    <a:pt x="41252" y="156964"/>
                  </a:cubicBezTo>
                  <a:cubicBezTo>
                    <a:pt x="48752" y="78482"/>
                    <a:pt x="48752" y="78482"/>
                    <a:pt x="48752" y="78482"/>
                  </a:cubicBezTo>
                  <a:cubicBezTo>
                    <a:pt x="52503" y="63533"/>
                    <a:pt x="60003" y="56058"/>
                    <a:pt x="75004" y="52321"/>
                  </a:cubicBezTo>
                  <a:cubicBezTo>
                    <a:pt x="236262" y="41110"/>
                    <a:pt x="236262" y="41110"/>
                    <a:pt x="236262" y="41110"/>
                  </a:cubicBezTo>
                  <a:cubicBezTo>
                    <a:pt x="247512" y="41110"/>
                    <a:pt x="258763" y="33635"/>
                    <a:pt x="258763" y="18686"/>
                  </a:cubicBezTo>
                  <a:cubicBezTo>
                    <a:pt x="258763" y="7474"/>
                    <a:pt x="247512" y="0"/>
                    <a:pt x="236262" y="0"/>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grpSp>
      <p:grpSp>
        <p:nvGrpSpPr>
          <p:cNvPr id="51" name="Group 50"/>
          <p:cNvGrpSpPr/>
          <p:nvPr/>
        </p:nvGrpSpPr>
        <p:grpSpPr>
          <a:xfrm>
            <a:off x="4889099" y="4120324"/>
            <a:ext cx="424917" cy="365926"/>
            <a:chOff x="2727325" y="-39687"/>
            <a:chExt cx="1463675" cy="1260475"/>
          </a:xfrm>
          <a:solidFill>
            <a:schemeClr val="bg1"/>
          </a:solidFill>
        </p:grpSpPr>
        <p:sp>
          <p:nvSpPr>
            <p:cNvPr id="52" name="Freeform 20"/>
            <p:cNvSpPr/>
            <p:nvPr/>
          </p:nvSpPr>
          <p:spPr>
            <a:xfrm>
              <a:off x="2727325" y="-39687"/>
              <a:ext cx="1463675" cy="1260475"/>
            </a:xfrm>
            <a:custGeom>
              <a:avLst/>
              <a:gdLst/>
              <a:ahLst/>
              <a:cxnLst/>
              <a:rect l="0" t="0" r="r" b="b"/>
              <a:pathLst>
                <a:path w="1463675" h="1260475">
                  <a:moveTo>
                    <a:pt x="1302295" y="157559"/>
                  </a:moveTo>
                  <a:cubicBezTo>
                    <a:pt x="1144669" y="0"/>
                    <a:pt x="893217" y="0"/>
                    <a:pt x="731838" y="142554"/>
                  </a:cubicBezTo>
                  <a:cubicBezTo>
                    <a:pt x="570458" y="0"/>
                    <a:pt x="319006" y="0"/>
                    <a:pt x="161380" y="157559"/>
                  </a:cubicBezTo>
                  <a:cubicBezTo>
                    <a:pt x="0" y="315119"/>
                    <a:pt x="0" y="577718"/>
                    <a:pt x="161380" y="735277"/>
                  </a:cubicBezTo>
                  <a:cubicBezTo>
                    <a:pt x="206416" y="780294"/>
                    <a:pt x="638012" y="1207955"/>
                    <a:pt x="638012" y="1207955"/>
                  </a:cubicBezTo>
                  <a:cubicBezTo>
                    <a:pt x="690554" y="1260475"/>
                    <a:pt x="773121" y="1260475"/>
                    <a:pt x="825663" y="1207955"/>
                  </a:cubicBezTo>
                  <a:cubicBezTo>
                    <a:pt x="825663" y="1207955"/>
                    <a:pt x="1294789" y="742780"/>
                    <a:pt x="1302295" y="735277"/>
                  </a:cubicBezTo>
                  <a:cubicBezTo>
                    <a:pt x="1463675" y="577718"/>
                    <a:pt x="1463675" y="315119"/>
                    <a:pt x="1302295" y="157559"/>
                  </a:cubicBezTo>
                  <a:close/>
                  <a:moveTo>
                    <a:pt x="1238494" y="675254"/>
                  </a:moveTo>
                  <a:cubicBezTo>
                    <a:pt x="761862" y="1147933"/>
                    <a:pt x="761862" y="1147933"/>
                    <a:pt x="761862" y="1147933"/>
                  </a:cubicBezTo>
                  <a:cubicBezTo>
                    <a:pt x="746850" y="1162938"/>
                    <a:pt x="716825" y="1162938"/>
                    <a:pt x="701813" y="1147933"/>
                  </a:cubicBezTo>
                  <a:cubicBezTo>
                    <a:pt x="221428" y="675254"/>
                    <a:pt x="221428" y="675254"/>
                    <a:pt x="221428" y="675254"/>
                  </a:cubicBezTo>
                  <a:cubicBezTo>
                    <a:pt x="93825" y="547706"/>
                    <a:pt x="93825" y="345130"/>
                    <a:pt x="221428" y="217582"/>
                  </a:cubicBezTo>
                  <a:cubicBezTo>
                    <a:pt x="345277" y="97537"/>
                    <a:pt x="544187" y="93785"/>
                    <a:pt x="671789" y="206328"/>
                  </a:cubicBezTo>
                  <a:cubicBezTo>
                    <a:pt x="731838" y="262599"/>
                    <a:pt x="731838" y="262599"/>
                    <a:pt x="731838" y="262599"/>
                  </a:cubicBezTo>
                  <a:cubicBezTo>
                    <a:pt x="788133" y="206328"/>
                    <a:pt x="788133" y="206328"/>
                    <a:pt x="788133" y="206328"/>
                  </a:cubicBezTo>
                  <a:cubicBezTo>
                    <a:pt x="919488" y="93785"/>
                    <a:pt x="1118398" y="97537"/>
                    <a:pt x="1238494" y="217582"/>
                  </a:cubicBezTo>
                  <a:cubicBezTo>
                    <a:pt x="1366097" y="345130"/>
                    <a:pt x="1366097" y="547706"/>
                    <a:pt x="1238494" y="675254"/>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53" name="Freeform 21"/>
            <p:cNvSpPr/>
            <p:nvPr/>
          </p:nvSpPr>
          <p:spPr>
            <a:xfrm>
              <a:off x="2982913" y="215900"/>
              <a:ext cx="206375" cy="201612"/>
            </a:xfrm>
            <a:custGeom>
              <a:avLst/>
              <a:gdLst/>
              <a:ahLst/>
              <a:cxnLst/>
              <a:rect l="0" t="0" r="r" b="b"/>
              <a:pathLst>
                <a:path w="206375" h="201612">
                  <a:moveTo>
                    <a:pt x="183861" y="0"/>
                  </a:moveTo>
                  <a:cubicBezTo>
                    <a:pt x="183861" y="0"/>
                    <a:pt x="183861" y="0"/>
                    <a:pt x="183861" y="0"/>
                  </a:cubicBezTo>
                  <a:cubicBezTo>
                    <a:pt x="82550" y="0"/>
                    <a:pt x="0" y="78405"/>
                    <a:pt x="0" y="179211"/>
                  </a:cubicBezTo>
                  <a:cubicBezTo>
                    <a:pt x="0" y="179211"/>
                    <a:pt x="0" y="179211"/>
                    <a:pt x="0" y="179211"/>
                  </a:cubicBezTo>
                  <a:cubicBezTo>
                    <a:pt x="0" y="194145"/>
                    <a:pt x="11257" y="201612"/>
                    <a:pt x="22514" y="201612"/>
                  </a:cubicBezTo>
                  <a:cubicBezTo>
                    <a:pt x="33770" y="201612"/>
                    <a:pt x="45027" y="194145"/>
                    <a:pt x="45027" y="179211"/>
                  </a:cubicBezTo>
                  <a:cubicBezTo>
                    <a:pt x="45027" y="179211"/>
                    <a:pt x="45027" y="179211"/>
                    <a:pt x="45027" y="179211"/>
                  </a:cubicBezTo>
                  <a:cubicBezTo>
                    <a:pt x="45027" y="104540"/>
                    <a:pt x="108816" y="41069"/>
                    <a:pt x="183861" y="41069"/>
                  </a:cubicBezTo>
                  <a:cubicBezTo>
                    <a:pt x="183861" y="41069"/>
                    <a:pt x="183861" y="41069"/>
                    <a:pt x="183861" y="41069"/>
                  </a:cubicBezTo>
                  <a:cubicBezTo>
                    <a:pt x="195118" y="41069"/>
                    <a:pt x="206375" y="29868"/>
                    <a:pt x="206375" y="18668"/>
                  </a:cubicBezTo>
                  <a:cubicBezTo>
                    <a:pt x="206375" y="7467"/>
                    <a:pt x="195118" y="0"/>
                    <a:pt x="183861" y="0"/>
                  </a:cubicBezTo>
                  <a:close/>
                </a:path>
              </a:pathLst>
            </a:custGeom>
            <a:grp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grpSp>
      <p:sp>
        <p:nvSpPr>
          <p:cNvPr id="54" name="Freeform 13"/>
          <p:cNvSpPr/>
          <p:nvPr/>
        </p:nvSpPr>
        <p:spPr>
          <a:xfrm>
            <a:off x="4220430" y="2968436"/>
            <a:ext cx="402100" cy="391577"/>
          </a:xfrm>
          <a:custGeom>
            <a:avLst/>
            <a:gdLst/>
            <a:ahLst/>
            <a:cxnLst/>
            <a:rect l="0" t="0" r="r" b="b"/>
            <a:pathLst>
              <a:path w="402100" h="391577">
                <a:moveTo>
                  <a:pt x="359399" y="32038"/>
                </a:moveTo>
                <a:cubicBezTo>
                  <a:pt x="339828" y="10679"/>
                  <a:pt x="313140" y="0"/>
                  <a:pt x="286452" y="0"/>
                </a:cubicBezTo>
                <a:cubicBezTo>
                  <a:pt x="265101" y="0"/>
                  <a:pt x="243751" y="8899"/>
                  <a:pt x="229517" y="23139"/>
                </a:cubicBezTo>
                <a:cubicBezTo>
                  <a:pt x="170804" y="83655"/>
                  <a:pt x="170804" y="83655"/>
                  <a:pt x="170804" y="83655"/>
                </a:cubicBezTo>
                <a:cubicBezTo>
                  <a:pt x="170804" y="83655"/>
                  <a:pt x="169024" y="83655"/>
                  <a:pt x="169024" y="83655"/>
                </a:cubicBezTo>
                <a:cubicBezTo>
                  <a:pt x="169024" y="83655"/>
                  <a:pt x="169024" y="83655"/>
                  <a:pt x="169024" y="83655"/>
                </a:cubicBezTo>
                <a:cubicBezTo>
                  <a:pt x="169024" y="83655"/>
                  <a:pt x="169024" y="83655"/>
                  <a:pt x="169024" y="83655"/>
                </a:cubicBezTo>
                <a:cubicBezTo>
                  <a:pt x="42701" y="211808"/>
                  <a:pt x="42701" y="211808"/>
                  <a:pt x="42701" y="211808"/>
                </a:cubicBezTo>
                <a:cubicBezTo>
                  <a:pt x="37363" y="217147"/>
                  <a:pt x="33805" y="224267"/>
                  <a:pt x="30246" y="231386"/>
                </a:cubicBezTo>
                <a:cubicBezTo>
                  <a:pt x="1779" y="336400"/>
                  <a:pt x="1779" y="336400"/>
                  <a:pt x="1779" y="336400"/>
                </a:cubicBezTo>
                <a:cubicBezTo>
                  <a:pt x="1779" y="336400"/>
                  <a:pt x="0" y="345300"/>
                  <a:pt x="0" y="348860"/>
                </a:cubicBezTo>
                <a:cubicBezTo>
                  <a:pt x="0" y="371998"/>
                  <a:pt x="19571" y="391577"/>
                  <a:pt x="42701" y="391577"/>
                </a:cubicBezTo>
                <a:cubicBezTo>
                  <a:pt x="48038" y="391577"/>
                  <a:pt x="56935" y="389797"/>
                  <a:pt x="56935" y="389797"/>
                </a:cubicBezTo>
                <a:cubicBezTo>
                  <a:pt x="160128" y="361319"/>
                  <a:pt x="160128" y="361319"/>
                  <a:pt x="160128" y="361319"/>
                </a:cubicBezTo>
                <a:cubicBezTo>
                  <a:pt x="169024" y="359539"/>
                  <a:pt x="176141" y="355979"/>
                  <a:pt x="181479" y="348860"/>
                </a:cubicBezTo>
                <a:cubicBezTo>
                  <a:pt x="368295" y="161970"/>
                  <a:pt x="368295" y="161970"/>
                  <a:pt x="368295" y="161970"/>
                </a:cubicBezTo>
                <a:cubicBezTo>
                  <a:pt x="402100" y="128152"/>
                  <a:pt x="398542" y="71196"/>
                  <a:pt x="359399" y="32038"/>
                </a:cubicBezTo>
                <a:close/>
                <a:moveTo>
                  <a:pt x="195712" y="291903"/>
                </a:moveTo>
                <a:cubicBezTo>
                  <a:pt x="195712" y="279444"/>
                  <a:pt x="192154" y="268764"/>
                  <a:pt x="186816" y="259865"/>
                </a:cubicBezTo>
                <a:cubicBezTo>
                  <a:pt x="302465" y="144172"/>
                  <a:pt x="302465" y="144172"/>
                  <a:pt x="302465" y="144172"/>
                </a:cubicBezTo>
                <a:cubicBezTo>
                  <a:pt x="309581" y="165530"/>
                  <a:pt x="306023" y="188669"/>
                  <a:pt x="290010" y="204688"/>
                </a:cubicBezTo>
                <a:cubicBezTo>
                  <a:pt x="290010" y="204688"/>
                  <a:pt x="290010" y="204688"/>
                  <a:pt x="290010" y="204688"/>
                </a:cubicBezTo>
                <a:cubicBezTo>
                  <a:pt x="290010" y="204688"/>
                  <a:pt x="290010" y="204688"/>
                  <a:pt x="290010" y="204688"/>
                </a:cubicBezTo>
                <a:cubicBezTo>
                  <a:pt x="195712" y="300802"/>
                  <a:pt x="195712" y="300802"/>
                  <a:pt x="195712" y="300802"/>
                </a:cubicBezTo>
                <a:cubicBezTo>
                  <a:pt x="195712" y="297243"/>
                  <a:pt x="195712" y="293683"/>
                  <a:pt x="195712" y="291903"/>
                </a:cubicBezTo>
                <a:close/>
                <a:moveTo>
                  <a:pt x="181479" y="247405"/>
                </a:moveTo>
                <a:cubicBezTo>
                  <a:pt x="176141" y="240286"/>
                  <a:pt x="170804" y="233166"/>
                  <a:pt x="165466" y="226047"/>
                </a:cubicBezTo>
                <a:cubicBezTo>
                  <a:pt x="156570" y="218927"/>
                  <a:pt x="149453" y="213587"/>
                  <a:pt x="140557" y="208248"/>
                </a:cubicBezTo>
                <a:cubicBezTo>
                  <a:pt x="256205" y="92555"/>
                  <a:pt x="256205" y="92555"/>
                  <a:pt x="256205" y="92555"/>
                </a:cubicBezTo>
                <a:cubicBezTo>
                  <a:pt x="265101" y="96114"/>
                  <a:pt x="273997" y="101454"/>
                  <a:pt x="282893" y="108574"/>
                </a:cubicBezTo>
                <a:cubicBezTo>
                  <a:pt x="288231" y="115693"/>
                  <a:pt x="293569" y="122813"/>
                  <a:pt x="297127" y="131712"/>
                </a:cubicBezTo>
                <a:lnTo>
                  <a:pt x="181479" y="247405"/>
                </a:lnTo>
                <a:close/>
                <a:moveTo>
                  <a:pt x="128103" y="202908"/>
                </a:moveTo>
                <a:cubicBezTo>
                  <a:pt x="117427" y="197568"/>
                  <a:pt x="104973" y="195789"/>
                  <a:pt x="92519" y="195789"/>
                </a:cubicBezTo>
                <a:cubicBezTo>
                  <a:pt x="186816" y="99674"/>
                  <a:pt x="186816" y="99674"/>
                  <a:pt x="186816" y="99674"/>
                </a:cubicBezTo>
                <a:cubicBezTo>
                  <a:pt x="201050" y="85435"/>
                  <a:pt x="222400" y="81875"/>
                  <a:pt x="243751" y="87215"/>
                </a:cubicBezTo>
                <a:lnTo>
                  <a:pt x="128103" y="202908"/>
                </a:lnTo>
                <a:close/>
                <a:moveTo>
                  <a:pt x="51597" y="364879"/>
                </a:moveTo>
                <a:cubicBezTo>
                  <a:pt x="49818" y="366658"/>
                  <a:pt x="46259" y="366658"/>
                  <a:pt x="42701" y="366658"/>
                </a:cubicBezTo>
                <a:cubicBezTo>
                  <a:pt x="32026" y="366658"/>
                  <a:pt x="24909" y="359539"/>
                  <a:pt x="24909" y="348860"/>
                </a:cubicBezTo>
                <a:cubicBezTo>
                  <a:pt x="24909" y="347080"/>
                  <a:pt x="24909" y="343520"/>
                  <a:pt x="24909" y="341740"/>
                </a:cubicBezTo>
                <a:cubicBezTo>
                  <a:pt x="39142" y="295463"/>
                  <a:pt x="39142" y="295463"/>
                  <a:pt x="39142" y="295463"/>
                </a:cubicBezTo>
                <a:cubicBezTo>
                  <a:pt x="53376" y="295463"/>
                  <a:pt x="67610" y="300802"/>
                  <a:pt x="80064" y="311482"/>
                </a:cubicBezTo>
                <a:cubicBezTo>
                  <a:pt x="90739" y="323941"/>
                  <a:pt x="97856" y="339960"/>
                  <a:pt x="96077" y="354199"/>
                </a:cubicBezTo>
                <a:lnTo>
                  <a:pt x="51597" y="364879"/>
                </a:lnTo>
                <a:close/>
                <a:moveTo>
                  <a:pt x="108531" y="350639"/>
                </a:moveTo>
                <a:cubicBezTo>
                  <a:pt x="108531" y="334620"/>
                  <a:pt x="101415" y="316821"/>
                  <a:pt x="88960" y="302582"/>
                </a:cubicBezTo>
                <a:cubicBezTo>
                  <a:pt x="74727" y="290123"/>
                  <a:pt x="58714" y="283003"/>
                  <a:pt x="42701" y="283003"/>
                </a:cubicBezTo>
                <a:cubicBezTo>
                  <a:pt x="53376" y="238506"/>
                  <a:pt x="53376" y="238506"/>
                  <a:pt x="53376" y="238506"/>
                </a:cubicBezTo>
                <a:cubicBezTo>
                  <a:pt x="55155" y="234946"/>
                  <a:pt x="56935" y="233166"/>
                  <a:pt x="58714" y="229607"/>
                </a:cubicBezTo>
                <a:cubicBezTo>
                  <a:pt x="83623" y="211808"/>
                  <a:pt x="120986" y="217147"/>
                  <a:pt x="147674" y="243846"/>
                </a:cubicBezTo>
                <a:cubicBezTo>
                  <a:pt x="174362" y="272324"/>
                  <a:pt x="179700" y="311482"/>
                  <a:pt x="158349" y="336400"/>
                </a:cubicBezTo>
                <a:cubicBezTo>
                  <a:pt x="156570" y="338180"/>
                  <a:pt x="154791" y="338180"/>
                  <a:pt x="153012" y="338180"/>
                </a:cubicBezTo>
                <a:lnTo>
                  <a:pt x="108531" y="350639"/>
                </a:lnTo>
                <a:close/>
                <a:moveTo>
                  <a:pt x="350503" y="144172"/>
                </a:moveTo>
                <a:cubicBezTo>
                  <a:pt x="330932" y="165530"/>
                  <a:pt x="330932" y="165530"/>
                  <a:pt x="330932" y="165530"/>
                </a:cubicBezTo>
                <a:cubicBezTo>
                  <a:pt x="330932" y="161970"/>
                  <a:pt x="330932" y="160191"/>
                  <a:pt x="330932" y="156631"/>
                </a:cubicBezTo>
                <a:cubicBezTo>
                  <a:pt x="329153" y="133492"/>
                  <a:pt x="316698" y="110354"/>
                  <a:pt x="298906" y="92555"/>
                </a:cubicBezTo>
                <a:cubicBezTo>
                  <a:pt x="279335" y="72976"/>
                  <a:pt x="252647" y="60516"/>
                  <a:pt x="225959" y="60516"/>
                </a:cubicBezTo>
                <a:cubicBezTo>
                  <a:pt x="247309" y="40938"/>
                  <a:pt x="247309" y="40938"/>
                  <a:pt x="247309" y="40938"/>
                </a:cubicBezTo>
                <a:cubicBezTo>
                  <a:pt x="257985" y="30258"/>
                  <a:pt x="272218" y="24919"/>
                  <a:pt x="286452" y="24919"/>
                </a:cubicBezTo>
                <a:cubicBezTo>
                  <a:pt x="306023" y="24919"/>
                  <a:pt x="327373" y="33818"/>
                  <a:pt x="341607" y="48057"/>
                </a:cubicBezTo>
                <a:cubicBezTo>
                  <a:pt x="357620" y="64076"/>
                  <a:pt x="364737" y="81875"/>
                  <a:pt x="366516" y="99674"/>
                </a:cubicBezTo>
                <a:cubicBezTo>
                  <a:pt x="368295" y="117473"/>
                  <a:pt x="362958" y="133492"/>
                  <a:pt x="350503" y="144172"/>
                </a:cubicBezTo>
                <a:close/>
              </a:path>
            </a:pathLst>
          </a:custGeom>
          <a:solidFill>
            <a:schemeClr val="bg1"/>
          </a:solidFill>
          <a:ln>
            <a:noFill/>
          </a:ln>
        </p:spPr>
        <p:txBody>
          <a:bodyPr vert="horz" wrap="square" lIns="86846" tIns="43421" rIns="86846" bIns="43421" numCol="1" anchor="t" anchorCtr="0"/>
          <a:lstStyle/>
          <a:p>
            <a:pPr marL="0" lvl="0" indent="0" algn="just" defTabSz="457200">
              <a:lnSpc>
                <a:spcPct val="120000"/>
              </a:lnSpc>
              <a:spcBef>
                <a:spcPts val="0"/>
              </a:spcBef>
              <a:spcAft>
                <a:spcPts val="0"/>
              </a:spcAft>
              <a:buNone/>
            </a:pPr>
            <a:endParaRPr lang="id-ID" sz="740" b="0" i="0" u="none" strike="noStrike" kern="1200" spc="0" baseline="0">
              <a:solidFill>
                <a:srgbClr val="1D73DA"/>
              </a:solidFill>
              <a:latin typeface="方正黑体简体"/>
              <a:ea typeface="方正黑体简体"/>
            </a:endParaRPr>
          </a:p>
        </p:txBody>
      </p:sp>
      <p:sp>
        <p:nvSpPr>
          <p:cNvPr id="55" name="TextBox 54"/>
          <p:cNvSpPr txBox="1"/>
          <p:nvPr/>
        </p:nvSpPr>
        <p:spPr>
          <a:xfrm>
            <a:off x="5497393" y="3746618"/>
            <a:ext cx="1676663" cy="304250"/>
          </a:xfrm>
          <a:prstGeom prst="rect">
            <a:avLst/>
          </a:prstGeom>
          <a:noFill/>
        </p:spPr>
        <p:txBody>
          <a:bodyPr wrap="square" lIns="0" tIns="0" rIns="0" bIns="0">
            <a:spAutoFit/>
          </a:bodyPr>
          <a:lstStyle/>
          <a:p>
            <a:pPr marL="0" lvl="0" indent="0" algn="just" defTabSz="457200">
              <a:lnSpc>
                <a:spcPct val="120000"/>
              </a:lnSpc>
              <a:spcBef>
                <a:spcPts val="0"/>
              </a:spcBef>
              <a:spcAft>
                <a:spcPts val="0"/>
              </a:spcAft>
              <a:buNone/>
            </a:pPr>
            <a:r>
              <a:rPr lang="zh-CN" sz="1800" b="0" i="0" u="none" strike="noStrike" kern="1200" spc="0" baseline="0">
                <a:solidFill>
                  <a:srgbClr val="1D73DA"/>
                </a:solidFill>
                <a:latin typeface="方正黑体简体"/>
                <a:ea typeface="方正黑体简体"/>
              </a:rPr>
              <a:t>市场风险</a:t>
            </a:r>
            <a:endParaRPr lang="id-ID" sz="1800" b="0" i="0" u="none" strike="noStrike" kern="1200" spc="0" baseline="0">
              <a:solidFill>
                <a:srgbClr val="1D73DA"/>
              </a:solidFill>
              <a:latin typeface="方正黑体简体"/>
              <a:ea typeface="方正黑体简体"/>
            </a:endParaRPr>
          </a:p>
        </p:txBody>
      </p:sp>
      <p:sp>
        <p:nvSpPr>
          <p:cNvPr id="56" name="TextBox 55"/>
          <p:cNvSpPr txBox="1"/>
          <p:nvPr/>
        </p:nvSpPr>
        <p:spPr>
          <a:xfrm>
            <a:off x="4618527" y="2558557"/>
            <a:ext cx="1676663" cy="304250"/>
          </a:xfrm>
          <a:prstGeom prst="rect">
            <a:avLst/>
          </a:prstGeom>
          <a:noFill/>
        </p:spPr>
        <p:txBody>
          <a:bodyPr wrap="square" lIns="0" tIns="0" rIns="0" bIns="0">
            <a:spAutoFit/>
          </a:bodyPr>
          <a:lstStyle/>
          <a:p>
            <a:pPr marL="0" lvl="0" indent="0" algn="just" defTabSz="457200">
              <a:lnSpc>
                <a:spcPct val="120000"/>
              </a:lnSpc>
              <a:spcBef>
                <a:spcPts val="0"/>
              </a:spcBef>
              <a:spcAft>
                <a:spcPts val="0"/>
              </a:spcAft>
              <a:buNone/>
            </a:pPr>
            <a:r>
              <a:rPr lang="zh-CN" sz="1800" b="0" i="0" u="none" strike="noStrike" kern="1200" spc="0" baseline="0">
                <a:solidFill>
                  <a:srgbClr val="1D73DA"/>
                </a:solidFill>
                <a:latin typeface="方正黑体简体"/>
                <a:ea typeface="方正黑体简体"/>
              </a:rPr>
              <a:t>技术风险</a:t>
            </a:r>
            <a:endParaRPr lang="id-ID" sz="1800" b="0" i="0" u="none" strike="noStrike" kern="1200" spc="0" baseline="0">
              <a:solidFill>
                <a:srgbClr val="1D73DA"/>
              </a:solidFill>
              <a:latin typeface="方正黑体简体"/>
              <a:ea typeface="方正黑体简体"/>
            </a:endParaRPr>
          </a:p>
        </p:txBody>
      </p:sp>
      <p:sp>
        <p:nvSpPr>
          <p:cNvPr id="57" name="TextBox 56"/>
          <p:cNvSpPr txBox="1"/>
          <p:nvPr/>
        </p:nvSpPr>
        <p:spPr>
          <a:xfrm>
            <a:off x="4257040" y="1351280"/>
            <a:ext cx="1640205" cy="332105"/>
          </a:xfrm>
          <a:prstGeom prst="rect">
            <a:avLst/>
          </a:prstGeom>
          <a:noFill/>
        </p:spPr>
        <p:txBody>
          <a:bodyPr wrap="square" lIns="0" tIns="0" rIns="0" bIns="0">
            <a:spAutoFit/>
          </a:bodyPr>
          <a:lstStyle/>
          <a:p>
            <a:pPr marL="0" lvl="0" indent="0" algn="just" defTabSz="457200">
              <a:lnSpc>
                <a:spcPct val="120000"/>
              </a:lnSpc>
              <a:spcBef>
                <a:spcPts val="0"/>
              </a:spcBef>
              <a:spcAft>
                <a:spcPts val="0"/>
              </a:spcAft>
              <a:buNone/>
            </a:pPr>
            <a:r>
              <a:rPr lang="zh-CN" sz="1800" b="0" i="0" u="none" strike="noStrike" kern="1200" spc="0" baseline="0">
                <a:solidFill>
                  <a:srgbClr val="1D73DA"/>
                </a:solidFill>
                <a:latin typeface="方正黑体简体"/>
                <a:ea typeface="方正黑体简体"/>
              </a:rPr>
              <a:t>运营风险</a:t>
            </a:r>
            <a:endParaRPr lang="id-ID" sz="1800" b="0" i="0" u="none" strike="noStrike" kern="1200" spc="0" baseline="0">
              <a:solidFill>
                <a:srgbClr val="1D73DA"/>
              </a:solidFill>
              <a:latin typeface="方正黑体简体"/>
              <a:ea typeface="方正黑体简体"/>
            </a:endParaRPr>
          </a:p>
        </p:txBody>
      </p:sp>
      <p:sp>
        <p:nvSpPr>
          <p:cNvPr id="58" name="TextBox 57"/>
          <p:cNvSpPr txBox="1"/>
          <p:nvPr/>
        </p:nvSpPr>
        <p:spPr>
          <a:xfrm>
            <a:off x="5195676" y="4862358"/>
            <a:ext cx="1676663" cy="304250"/>
          </a:xfrm>
          <a:prstGeom prst="rect">
            <a:avLst/>
          </a:prstGeom>
          <a:noFill/>
        </p:spPr>
        <p:txBody>
          <a:bodyPr wrap="square" lIns="0" tIns="0" rIns="0" bIns="0">
            <a:spAutoFit/>
          </a:bodyPr>
          <a:lstStyle/>
          <a:p>
            <a:pPr marL="0" lvl="0" indent="0" algn="just" defTabSz="457200">
              <a:lnSpc>
                <a:spcPct val="120000"/>
              </a:lnSpc>
              <a:spcBef>
                <a:spcPts val="0"/>
              </a:spcBef>
              <a:spcAft>
                <a:spcPts val="0"/>
              </a:spcAft>
              <a:buNone/>
            </a:pPr>
            <a:r>
              <a:rPr lang="zh-CN" sz="1800" b="0" i="0" u="none" strike="noStrike" kern="1200" spc="0" baseline="0">
                <a:solidFill>
                  <a:srgbClr val="1D73DA"/>
                </a:solidFill>
                <a:latin typeface="方正黑体简体"/>
                <a:ea typeface="方正黑体简体"/>
              </a:rPr>
              <a:t>应对措施</a:t>
            </a:r>
            <a:endParaRPr lang="id-ID" sz="1800" b="0" i="0" u="none" strike="noStrike" kern="1200" spc="0" baseline="0">
              <a:solidFill>
                <a:srgbClr val="1D73DA"/>
              </a:solidFill>
              <a:latin typeface="方正黑体简体"/>
              <a:ea typeface="方正黑体简体"/>
            </a:endParaRPr>
          </a:p>
        </p:txBody>
      </p:sp>
      <p:sp>
        <p:nvSpPr>
          <p:cNvPr id="59" name="TextBox 58"/>
          <p:cNvSpPr txBox="1"/>
          <p:nvPr/>
        </p:nvSpPr>
        <p:spPr>
          <a:xfrm>
            <a:off x="5567795" y="5257409"/>
            <a:ext cx="5210060" cy="441960"/>
          </a:xfrm>
          <a:prstGeom prst="rect">
            <a:avLst/>
          </a:prstGeom>
          <a:noFill/>
        </p:spPr>
        <p:txBody>
          <a:bodyPr wrap="square" lIns="0" tIns="0" rIns="0" bIns="0" numCol="1" spcCol="360000">
            <a:spAutoFit/>
          </a:bodyPr>
          <a:lstStyle/>
          <a:p>
            <a:pPr marL="0" lvl="0" indent="0" algn="just" defTabSz="457200">
              <a:lnSpc>
                <a:spcPct val="120000"/>
              </a:lnSpc>
              <a:spcBef>
                <a:spcPts val="0"/>
              </a:spcBef>
              <a:spcAft>
                <a:spcPts val="0"/>
              </a:spcAft>
              <a:buNone/>
            </a:pPr>
            <a:r>
              <a:rPr lang="zh-CN" sz="1200" b="0" i="0" u="none" strike="noStrike" kern="1200" spc="0" baseline="0">
                <a:solidFill>
                  <a:srgbClr val="1D73DA"/>
                </a:solidFill>
                <a:latin typeface="微软雅黑" panose="020B0503020204020204" pitchFamily="34" charset="-122"/>
                <a:ea typeface="微软雅黑" panose="020B0503020204020204" pitchFamily="34" charset="-122"/>
              </a:rPr>
              <a:t>第一，向学校申请项目的实施并获得学校支持，对二手交易平台加大宣传，增加了学生对此平台的信任度。第二，日常的管理维护人员可以在校内寻找。</a:t>
            </a:r>
            <a:endParaRPr lang="en-US" sz="1000" b="0" i="0" u="none" strike="noStrike" kern="1200" spc="0" baseline="0">
              <a:solidFill>
                <a:srgbClr val="1D73DA"/>
              </a:solidFill>
              <a:latin typeface="微软雅黑" panose="020B0503020204020204" pitchFamily="34" charset="-122"/>
              <a:ea typeface="微软雅黑" panose="020B0503020204020204" pitchFamily="34" charset="-122"/>
            </a:endParaRPr>
          </a:p>
        </p:txBody>
      </p:sp>
      <p:sp>
        <p:nvSpPr>
          <p:cNvPr id="60" name="TextBox 59"/>
          <p:cNvSpPr txBox="1"/>
          <p:nvPr/>
        </p:nvSpPr>
        <p:spPr>
          <a:xfrm>
            <a:off x="4475372" y="1760577"/>
            <a:ext cx="6716503" cy="663575"/>
          </a:xfrm>
          <a:prstGeom prst="rect">
            <a:avLst/>
          </a:prstGeom>
          <a:noFill/>
        </p:spPr>
        <p:txBody>
          <a:bodyPr wrap="square" lIns="0" tIns="0" rIns="0" bIns="0" numCol="1" spcCol="360000">
            <a:spAutoFit/>
          </a:bodyPr>
          <a:lstStyle/>
          <a:p>
            <a:pPr marL="0" lvl="0" indent="0" algn="just" defTabSz="457200">
              <a:lnSpc>
                <a:spcPct val="120000"/>
              </a:lnSpc>
              <a:spcBef>
                <a:spcPts val="0"/>
              </a:spcBef>
              <a:spcAft>
                <a:spcPts val="0"/>
              </a:spcAft>
              <a:buNone/>
            </a:pPr>
            <a:r>
              <a:rPr lang="zh-CN" sz="1200" b="0" i="0" u="none" strike="noStrike" kern="1200" spc="0" baseline="0">
                <a:solidFill>
                  <a:srgbClr val="1D73DA"/>
                </a:solidFill>
                <a:latin typeface="微软雅黑" panose="020B0503020204020204" pitchFamily="34" charset="-122"/>
                <a:ea typeface="微软雅黑" panose="020B0503020204020204" pitchFamily="34" charset="-122"/>
              </a:rPr>
              <a:t>在二手交易中，可能会混有社会人士，或者其他不良商家，扰乱秩序破坏交易环境，还会增加学生对于二手市场交易的排斥，导致交易平台可信度降低，况且学生本就因为二手物品对于商品抱有迟疑的态度，这样会让大多数同学望而却步，更不会在没有安全保障的情况下承担大风险去消费。</a:t>
            </a:r>
          </a:p>
        </p:txBody>
      </p:sp>
      <p:sp>
        <p:nvSpPr>
          <p:cNvPr id="61" name="TextBox 60"/>
          <p:cNvSpPr txBox="1"/>
          <p:nvPr/>
        </p:nvSpPr>
        <p:spPr>
          <a:xfrm>
            <a:off x="4807585" y="2968625"/>
            <a:ext cx="5906770" cy="441960"/>
          </a:xfrm>
          <a:prstGeom prst="rect">
            <a:avLst/>
          </a:prstGeom>
          <a:noFill/>
        </p:spPr>
        <p:txBody>
          <a:bodyPr wrap="square" lIns="0" tIns="0" rIns="0" bIns="0" numCol="1" spcCol="360000">
            <a:spAutoFit/>
          </a:bodyPr>
          <a:lstStyle/>
          <a:p>
            <a:pPr marL="0" lvl="0" indent="0" algn="just" defTabSz="457200">
              <a:lnSpc>
                <a:spcPct val="120000"/>
              </a:lnSpc>
              <a:spcBef>
                <a:spcPts val="0"/>
              </a:spcBef>
              <a:spcAft>
                <a:spcPts val="0"/>
              </a:spcAft>
              <a:buNone/>
            </a:pPr>
            <a:r>
              <a:rPr lang="zh-CN" sz="1200" b="0" i="0" u="none" strike="noStrike" kern="1200" spc="0" baseline="0">
                <a:solidFill>
                  <a:srgbClr val="1D73DA"/>
                </a:solidFill>
                <a:latin typeface="微软雅黑" panose="020B0503020204020204" pitchFamily="34" charset="-122"/>
                <a:ea typeface="微软雅黑" panose="020B0503020204020204" pitchFamily="34" charset="-122"/>
              </a:rPr>
              <a:t>软件开发难度更大，开发费用也随之水涨船高。平台运行初期知名度低加之大多数目标人群没有购买二手物品的消费习惯，宣传难度大，因此宣传推广平台的成本较高。</a:t>
            </a:r>
            <a:endParaRPr lang="en-US" sz="1200" b="0" i="0" u="none" strike="noStrike" kern="1200" spc="0" baseline="0">
              <a:solidFill>
                <a:srgbClr val="1D73DA"/>
              </a:solidFill>
              <a:latin typeface="微软雅黑" panose="020B0503020204020204" pitchFamily="34" charset="-122"/>
              <a:ea typeface="微软雅黑" panose="020B0503020204020204" pitchFamily="34" charset="-122"/>
            </a:endParaRPr>
          </a:p>
        </p:txBody>
      </p:sp>
      <p:sp>
        <p:nvSpPr>
          <p:cNvPr id="62" name="TextBox 61"/>
          <p:cNvSpPr txBox="1"/>
          <p:nvPr/>
        </p:nvSpPr>
        <p:spPr>
          <a:xfrm>
            <a:off x="5676874" y="4279642"/>
            <a:ext cx="4216426" cy="441960"/>
          </a:xfrm>
          <a:prstGeom prst="rect">
            <a:avLst/>
          </a:prstGeom>
          <a:noFill/>
        </p:spPr>
        <p:txBody>
          <a:bodyPr wrap="square" lIns="0" tIns="0" rIns="0" bIns="0" numCol="1" spcCol="360000">
            <a:spAutoFit/>
          </a:bodyPr>
          <a:lstStyle/>
          <a:p>
            <a:pPr marL="0" lvl="0" indent="0" algn="just" defTabSz="457200">
              <a:lnSpc>
                <a:spcPct val="120000"/>
              </a:lnSpc>
              <a:spcBef>
                <a:spcPts val="0"/>
              </a:spcBef>
              <a:spcAft>
                <a:spcPts val="0"/>
              </a:spcAft>
              <a:buNone/>
            </a:pPr>
            <a:r>
              <a:rPr lang="zh-CN" sz="1200" b="0" i="0" u="none" strike="noStrike" kern="1200" spc="0" baseline="0">
                <a:solidFill>
                  <a:srgbClr val="1D73DA"/>
                </a:solidFill>
                <a:latin typeface="微软雅黑" panose="020B0503020204020204" pitchFamily="34" charset="-122"/>
                <a:ea typeface="微软雅黑" panose="020B0503020204020204" pitchFamily="34" charset="-122"/>
              </a:rPr>
              <a:t>由于校园二手交易平台主要针对某一个单独的校园，并不能完全满足消费者的需求，无法形成规模经济。</a:t>
            </a:r>
            <a:endParaRPr lang="en-US" sz="1200" b="0" i="0" u="none" strike="noStrike" kern="1200" spc="0" baseline="0">
              <a:solidFill>
                <a:srgbClr val="1D73DA"/>
              </a:solidFill>
              <a:latin typeface="微软雅黑" panose="020B0503020204020204" pitchFamily="34" charset="-122"/>
              <a:ea typeface="微软雅黑" panose="020B0503020204020204" pitchFamily="34" charset="-122"/>
            </a:endParaRPr>
          </a:p>
        </p:txBody>
      </p:sp>
      <p:sp>
        <p:nvSpPr>
          <p:cNvPr id="67" name="矩形 66"/>
          <p:cNvSpPr/>
          <p:nvPr/>
        </p:nvSpPr>
        <p:spPr>
          <a:xfrm>
            <a:off x="4806797" y="470060"/>
            <a:ext cx="3057247" cy="658642"/>
          </a:xfrm>
          <a:prstGeom prst="rect">
            <a:avLst/>
          </a:prstGeom>
        </p:spPr>
        <p:txBody>
          <a:bodyPr wrap="none">
            <a:spAutoFit/>
          </a:bodyPr>
          <a:lstStyle/>
          <a:p>
            <a:pPr marL="0" lvl="0" indent="0" algn="ctr" defTabSz="457200">
              <a:lnSpc>
                <a:spcPct val="120000"/>
              </a:lnSpc>
              <a:spcBef>
                <a:spcPts val="0"/>
              </a:spcBef>
              <a:spcAft>
                <a:spcPts val="0"/>
              </a:spcAft>
              <a:buNone/>
            </a:pPr>
            <a:r>
              <a:rPr lang="zh-CN" sz="3200" b="0" i="0" u="none" strike="noStrike" kern="1200" spc="0" baseline="0">
                <a:solidFill>
                  <a:srgbClr val="1D73DA"/>
                </a:solidFill>
                <a:latin typeface="华文行楷" panose="02010800040101010101" charset="-122"/>
                <a:ea typeface="华文行楷" panose="02010800040101010101" charset="-122"/>
              </a:rPr>
              <a:t>风险分析及对策</a:t>
            </a:r>
            <a:endParaRPr lang="en-US" sz="3200" b="0" i="0" u="none" strike="noStrike" kern="1200" spc="0" baseline="0">
              <a:solidFill>
                <a:srgbClr val="1D73DA"/>
              </a:solidFill>
              <a:latin typeface="华文行楷" panose="02010800040101010101" charset="-122"/>
              <a:ea typeface="华文行楷" panose="020108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1"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1"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500" fill="hold"/>
                                        <p:tgtEl>
                                          <p:spTgt spid="14"/>
                                        </p:tgtEl>
                                        <p:attrNameLst>
                                          <p:attrName>ppt_x</p:attrName>
                                        </p:attrNameLst>
                                      </p:cBhvr>
                                      <p:tavLst>
                                        <p:tav tm="0">
                                          <p:val>
                                            <p:strVal val="#ppt_x"/>
                                          </p:val>
                                        </p:tav>
                                        <p:tav tm="100000">
                                          <p:val>
                                            <p:strVal val="#ppt_x"/>
                                          </p:val>
                                        </p:tav>
                                      </p:tavLst>
                                    </p:anim>
                                    <p:anim calcmode="lin" valueType="num">
                                      <p:cBhvr additive="base">
                                        <p:cTn id="23" dur="500" fill="hold"/>
                                        <p:tgtEl>
                                          <p:spTgt spid="14"/>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par>
                          <p:cTn id="28" fill="hold">
                            <p:stCondLst>
                              <p:cond delay="2500"/>
                            </p:stCondLst>
                            <p:childTnLst>
                              <p:par>
                                <p:cTn id="29" presetID="10" presetClass="entr" presetSubtype="0" fill="hold"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par>
                          <p:cTn id="32" fill="hold">
                            <p:stCondLst>
                              <p:cond delay="3000"/>
                            </p:stCondLst>
                            <p:childTnLst>
                              <p:par>
                                <p:cTn id="33" presetID="10" presetClass="entr" presetSubtype="0" fill="hold"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par>
                          <p:cTn id="36" fill="hold">
                            <p:stCondLst>
                              <p:cond delay="3500"/>
                            </p:stCondLst>
                            <p:childTnLst>
                              <p:par>
                                <p:cTn id="37" presetID="10" presetClass="entr" presetSubtype="0" fill="hold"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500"/>
                                        <p:tgtEl>
                                          <p:spTgt spid="36"/>
                                        </p:tgtEl>
                                      </p:cBhvr>
                                    </p:animEffect>
                                  </p:childTnLst>
                                </p:cTn>
                              </p:par>
                            </p:childTnLst>
                          </p:cTn>
                        </p:par>
                        <p:par>
                          <p:cTn id="40" fill="hold">
                            <p:stCondLst>
                              <p:cond delay="4000"/>
                            </p:stCondLst>
                            <p:childTnLst>
                              <p:par>
                                <p:cTn id="41" presetID="10" presetClass="entr" presetSubtype="0" fill="hold"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childTnLst>
                          </p:cTn>
                        </p:par>
                        <p:par>
                          <p:cTn id="44" fill="hold">
                            <p:stCondLst>
                              <p:cond delay="4500"/>
                            </p:stCondLst>
                            <p:childTnLst>
                              <p:par>
                                <p:cTn id="45" presetID="10" presetClass="entr" presetSubtype="0" fill="hold" nodeType="after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childTnLst>
                          </p:cTn>
                        </p:par>
                        <p:par>
                          <p:cTn id="48" fill="hold">
                            <p:stCondLst>
                              <p:cond delay="5000"/>
                            </p:stCondLst>
                            <p:childTnLst>
                              <p:par>
                                <p:cTn id="49" presetID="10" presetClass="entr" presetSubtype="0" fill="hold" nodeType="after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500"/>
                                        <p:tgtEl>
                                          <p:spTgt spid="51"/>
                                        </p:tgtEl>
                                      </p:cBhvr>
                                    </p:animEffect>
                                  </p:childTnLst>
                                </p:cTn>
                              </p:par>
                            </p:childTnLst>
                          </p:cTn>
                        </p:par>
                        <p:par>
                          <p:cTn id="52" fill="hold">
                            <p:stCondLst>
                              <p:cond delay="5500"/>
                            </p:stCondLst>
                            <p:childTnLst>
                              <p:par>
                                <p:cTn id="53" presetID="10" presetClass="entr" presetSubtype="0" fill="hold" nodeType="after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childTnLst>
                          </p:cTn>
                        </p:par>
                        <p:par>
                          <p:cTn id="56" fill="hold">
                            <p:stCondLst>
                              <p:cond delay="6000"/>
                            </p:stCondLst>
                            <p:childTnLst>
                              <p:par>
                                <p:cTn id="57" presetID="10" presetClass="entr" presetSubtype="0" fill="hold" nodeType="afterEffect">
                                  <p:stCondLst>
                                    <p:cond delay="0"/>
                                  </p:stCondLst>
                                  <p:childTnLst>
                                    <p:set>
                                      <p:cBhvr>
                                        <p:cTn id="58" dur="1" fill="hold">
                                          <p:stCondLst>
                                            <p:cond delay="0"/>
                                          </p:stCondLst>
                                        </p:cTn>
                                        <p:tgtEl>
                                          <p:spTgt spid="55"/>
                                        </p:tgtEl>
                                        <p:attrNameLst>
                                          <p:attrName>style.visibility</p:attrName>
                                        </p:attrNameLst>
                                      </p:cBhvr>
                                      <p:to>
                                        <p:strVal val="visible"/>
                                      </p:to>
                                    </p:set>
                                    <p:animEffect transition="in" filter="fade">
                                      <p:cBhvr>
                                        <p:cTn id="59" dur="500"/>
                                        <p:tgtEl>
                                          <p:spTgt spid="55"/>
                                        </p:tgtEl>
                                      </p:cBhvr>
                                    </p:animEffect>
                                  </p:childTnLst>
                                </p:cTn>
                              </p:par>
                            </p:childTnLst>
                          </p:cTn>
                        </p:par>
                        <p:par>
                          <p:cTn id="60" fill="hold">
                            <p:stCondLst>
                              <p:cond delay="6500"/>
                            </p:stCondLst>
                            <p:childTnLst>
                              <p:par>
                                <p:cTn id="61" presetID="10" presetClass="entr" presetSubtype="0" fill="hold" nodeType="after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500"/>
                                        <p:tgtEl>
                                          <p:spTgt spid="56"/>
                                        </p:tgtEl>
                                      </p:cBhvr>
                                    </p:animEffect>
                                  </p:childTnLst>
                                </p:cTn>
                              </p:par>
                            </p:childTnLst>
                          </p:cTn>
                        </p:par>
                        <p:par>
                          <p:cTn id="64" fill="hold">
                            <p:stCondLst>
                              <p:cond delay="7000"/>
                            </p:stCondLst>
                            <p:childTnLst>
                              <p:par>
                                <p:cTn id="65" presetID="10" presetClass="entr" presetSubtype="0" fill="hold" nodeType="afterEffect">
                                  <p:stCondLst>
                                    <p:cond delay="0"/>
                                  </p:stCondLst>
                                  <p:childTnLst>
                                    <p:set>
                                      <p:cBhvr>
                                        <p:cTn id="66" dur="1" fill="hold">
                                          <p:stCondLst>
                                            <p:cond delay="0"/>
                                          </p:stCondLst>
                                        </p:cTn>
                                        <p:tgtEl>
                                          <p:spTgt spid="57"/>
                                        </p:tgtEl>
                                        <p:attrNameLst>
                                          <p:attrName>style.visibility</p:attrName>
                                        </p:attrNameLst>
                                      </p:cBhvr>
                                      <p:to>
                                        <p:strVal val="visible"/>
                                      </p:to>
                                    </p:set>
                                    <p:animEffect transition="in" filter="fade">
                                      <p:cBhvr>
                                        <p:cTn id="67" dur="500"/>
                                        <p:tgtEl>
                                          <p:spTgt spid="57"/>
                                        </p:tgtEl>
                                      </p:cBhvr>
                                    </p:animEffect>
                                  </p:childTnLst>
                                </p:cTn>
                              </p:par>
                            </p:childTnLst>
                          </p:cTn>
                        </p:par>
                        <p:par>
                          <p:cTn id="68" fill="hold">
                            <p:stCondLst>
                              <p:cond delay="7500"/>
                            </p:stCondLst>
                            <p:childTnLst>
                              <p:par>
                                <p:cTn id="69" presetID="10" presetClass="entr" presetSubtype="0" fill="hold" nodeType="after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500"/>
                                        <p:tgtEl>
                                          <p:spTgt spid="58"/>
                                        </p:tgtEl>
                                      </p:cBhvr>
                                    </p:animEffect>
                                  </p:childTnLst>
                                </p:cTn>
                              </p:par>
                            </p:childTnLst>
                          </p:cTn>
                        </p:par>
                        <p:par>
                          <p:cTn id="72" fill="hold">
                            <p:stCondLst>
                              <p:cond delay="8000"/>
                            </p:stCondLst>
                            <p:childTnLst>
                              <p:par>
                                <p:cTn id="73" presetID="2" presetClass="entr" presetSubtype="2" fill="hold" nodeType="afterEffect">
                                  <p:stCondLst>
                                    <p:cond delay="0"/>
                                  </p:stCondLst>
                                  <p:childTnLst>
                                    <p:set>
                                      <p:cBhvr>
                                        <p:cTn id="74" dur="1" fill="hold">
                                          <p:stCondLst>
                                            <p:cond delay="0"/>
                                          </p:stCondLst>
                                        </p:cTn>
                                        <p:tgtEl>
                                          <p:spTgt spid="59"/>
                                        </p:tgtEl>
                                        <p:attrNameLst>
                                          <p:attrName>style.visibility</p:attrName>
                                        </p:attrNameLst>
                                      </p:cBhvr>
                                      <p:to>
                                        <p:strVal val="visible"/>
                                      </p:to>
                                    </p:set>
                                    <p:anim calcmode="lin" valueType="num">
                                      <p:cBhvr additive="base">
                                        <p:cTn id="75" dur="500" fill="hold"/>
                                        <p:tgtEl>
                                          <p:spTgt spid="59"/>
                                        </p:tgtEl>
                                        <p:attrNameLst>
                                          <p:attrName>ppt_x</p:attrName>
                                        </p:attrNameLst>
                                      </p:cBhvr>
                                      <p:tavLst>
                                        <p:tav tm="0">
                                          <p:val>
                                            <p:strVal val="1+#ppt_w/2"/>
                                          </p:val>
                                        </p:tav>
                                        <p:tav tm="100000">
                                          <p:val>
                                            <p:strVal val="#ppt_x"/>
                                          </p:val>
                                        </p:tav>
                                      </p:tavLst>
                                    </p:anim>
                                    <p:anim calcmode="lin" valueType="num">
                                      <p:cBhvr additive="base">
                                        <p:cTn id="76" dur="500" fill="hold"/>
                                        <p:tgtEl>
                                          <p:spTgt spid="59"/>
                                        </p:tgtEl>
                                        <p:attrNameLst>
                                          <p:attrName>ppt_y</p:attrName>
                                        </p:attrNameLst>
                                      </p:cBhvr>
                                      <p:tavLst>
                                        <p:tav tm="0">
                                          <p:val>
                                            <p:strVal val="#ppt_y"/>
                                          </p:val>
                                        </p:tav>
                                        <p:tav tm="100000">
                                          <p:val>
                                            <p:strVal val="#ppt_y"/>
                                          </p:val>
                                        </p:tav>
                                      </p:tavLst>
                                    </p:anim>
                                  </p:childTnLst>
                                </p:cTn>
                              </p:par>
                            </p:childTnLst>
                          </p:cTn>
                        </p:par>
                        <p:par>
                          <p:cTn id="77" fill="hold">
                            <p:stCondLst>
                              <p:cond delay="8500"/>
                            </p:stCondLst>
                            <p:childTnLst>
                              <p:par>
                                <p:cTn id="78" presetID="2" presetClass="entr" presetSubtype="2" fill="hold" nodeType="afterEffect">
                                  <p:stCondLst>
                                    <p:cond delay="0"/>
                                  </p:stCondLst>
                                  <p:childTnLst>
                                    <p:set>
                                      <p:cBhvr>
                                        <p:cTn id="79" dur="1" fill="hold">
                                          <p:stCondLst>
                                            <p:cond delay="0"/>
                                          </p:stCondLst>
                                        </p:cTn>
                                        <p:tgtEl>
                                          <p:spTgt spid="60"/>
                                        </p:tgtEl>
                                        <p:attrNameLst>
                                          <p:attrName>style.visibility</p:attrName>
                                        </p:attrNameLst>
                                      </p:cBhvr>
                                      <p:to>
                                        <p:strVal val="visible"/>
                                      </p:to>
                                    </p:set>
                                    <p:anim calcmode="lin" valueType="num">
                                      <p:cBhvr additive="base">
                                        <p:cTn id="80" dur="500" fill="hold"/>
                                        <p:tgtEl>
                                          <p:spTgt spid="60"/>
                                        </p:tgtEl>
                                        <p:attrNameLst>
                                          <p:attrName>ppt_x</p:attrName>
                                        </p:attrNameLst>
                                      </p:cBhvr>
                                      <p:tavLst>
                                        <p:tav tm="0">
                                          <p:val>
                                            <p:strVal val="1+#ppt_w/2"/>
                                          </p:val>
                                        </p:tav>
                                        <p:tav tm="100000">
                                          <p:val>
                                            <p:strVal val="#ppt_x"/>
                                          </p:val>
                                        </p:tav>
                                      </p:tavLst>
                                    </p:anim>
                                    <p:anim calcmode="lin" valueType="num">
                                      <p:cBhvr additive="base">
                                        <p:cTn id="81" dur="500" fill="hold"/>
                                        <p:tgtEl>
                                          <p:spTgt spid="60"/>
                                        </p:tgtEl>
                                        <p:attrNameLst>
                                          <p:attrName>ppt_y</p:attrName>
                                        </p:attrNameLst>
                                      </p:cBhvr>
                                      <p:tavLst>
                                        <p:tav tm="0">
                                          <p:val>
                                            <p:strVal val="#ppt_y"/>
                                          </p:val>
                                        </p:tav>
                                        <p:tav tm="100000">
                                          <p:val>
                                            <p:strVal val="#ppt_y"/>
                                          </p:val>
                                        </p:tav>
                                      </p:tavLst>
                                    </p:anim>
                                  </p:childTnLst>
                                </p:cTn>
                              </p:par>
                            </p:childTnLst>
                          </p:cTn>
                        </p:par>
                        <p:par>
                          <p:cTn id="82" fill="hold">
                            <p:stCondLst>
                              <p:cond delay="9000"/>
                            </p:stCondLst>
                            <p:childTnLst>
                              <p:par>
                                <p:cTn id="83" presetID="2" presetClass="entr" presetSubtype="2" fill="hold" nodeType="afterEffect">
                                  <p:stCondLst>
                                    <p:cond delay="0"/>
                                  </p:stCondLst>
                                  <p:childTnLst>
                                    <p:set>
                                      <p:cBhvr>
                                        <p:cTn id="84" dur="1" fill="hold">
                                          <p:stCondLst>
                                            <p:cond delay="0"/>
                                          </p:stCondLst>
                                        </p:cTn>
                                        <p:tgtEl>
                                          <p:spTgt spid="61"/>
                                        </p:tgtEl>
                                        <p:attrNameLst>
                                          <p:attrName>style.visibility</p:attrName>
                                        </p:attrNameLst>
                                      </p:cBhvr>
                                      <p:to>
                                        <p:strVal val="visible"/>
                                      </p:to>
                                    </p:set>
                                    <p:anim calcmode="lin" valueType="num">
                                      <p:cBhvr additive="base">
                                        <p:cTn id="85" dur="500" fill="hold"/>
                                        <p:tgtEl>
                                          <p:spTgt spid="61"/>
                                        </p:tgtEl>
                                        <p:attrNameLst>
                                          <p:attrName>ppt_x</p:attrName>
                                        </p:attrNameLst>
                                      </p:cBhvr>
                                      <p:tavLst>
                                        <p:tav tm="0">
                                          <p:val>
                                            <p:strVal val="1+#ppt_w/2"/>
                                          </p:val>
                                        </p:tav>
                                        <p:tav tm="100000">
                                          <p:val>
                                            <p:strVal val="#ppt_x"/>
                                          </p:val>
                                        </p:tav>
                                      </p:tavLst>
                                    </p:anim>
                                    <p:anim calcmode="lin" valueType="num">
                                      <p:cBhvr additive="base">
                                        <p:cTn id="86" dur="500" fill="hold"/>
                                        <p:tgtEl>
                                          <p:spTgt spid="61"/>
                                        </p:tgtEl>
                                        <p:attrNameLst>
                                          <p:attrName>ppt_y</p:attrName>
                                        </p:attrNameLst>
                                      </p:cBhvr>
                                      <p:tavLst>
                                        <p:tav tm="0">
                                          <p:val>
                                            <p:strVal val="#ppt_y"/>
                                          </p:val>
                                        </p:tav>
                                        <p:tav tm="100000">
                                          <p:val>
                                            <p:strVal val="#ppt_y"/>
                                          </p:val>
                                        </p:tav>
                                      </p:tavLst>
                                    </p:anim>
                                  </p:childTnLst>
                                </p:cTn>
                              </p:par>
                            </p:childTnLst>
                          </p:cTn>
                        </p:par>
                        <p:par>
                          <p:cTn id="87" fill="hold">
                            <p:stCondLst>
                              <p:cond delay="9500"/>
                            </p:stCondLst>
                            <p:childTnLst>
                              <p:par>
                                <p:cTn id="88" presetID="2" presetClass="entr" presetSubtype="2" fill="hold" nodeType="afterEffect">
                                  <p:stCondLst>
                                    <p:cond delay="0"/>
                                  </p:stCondLst>
                                  <p:childTnLst>
                                    <p:set>
                                      <p:cBhvr>
                                        <p:cTn id="89" dur="1" fill="hold">
                                          <p:stCondLst>
                                            <p:cond delay="0"/>
                                          </p:stCondLst>
                                        </p:cTn>
                                        <p:tgtEl>
                                          <p:spTgt spid="62"/>
                                        </p:tgtEl>
                                        <p:attrNameLst>
                                          <p:attrName>style.visibility</p:attrName>
                                        </p:attrNameLst>
                                      </p:cBhvr>
                                      <p:to>
                                        <p:strVal val="visible"/>
                                      </p:to>
                                    </p:set>
                                    <p:anim calcmode="lin" valueType="num">
                                      <p:cBhvr additive="base">
                                        <p:cTn id="90" dur="500" fill="hold"/>
                                        <p:tgtEl>
                                          <p:spTgt spid="62"/>
                                        </p:tgtEl>
                                        <p:attrNameLst>
                                          <p:attrName>ppt_x</p:attrName>
                                        </p:attrNameLst>
                                      </p:cBhvr>
                                      <p:tavLst>
                                        <p:tav tm="0">
                                          <p:val>
                                            <p:strVal val="1+#ppt_w/2"/>
                                          </p:val>
                                        </p:tav>
                                        <p:tav tm="100000">
                                          <p:val>
                                            <p:strVal val="#ppt_x"/>
                                          </p:val>
                                        </p:tav>
                                      </p:tavLst>
                                    </p:anim>
                                    <p:anim calcmode="lin" valueType="num">
                                      <p:cBhvr additive="base">
                                        <p:cTn id="91" dur="500" fill="hold"/>
                                        <p:tgtEl>
                                          <p:spTgt spid="62"/>
                                        </p:tgtEl>
                                        <p:attrNameLst>
                                          <p:attrName>ppt_y</p:attrName>
                                        </p:attrNameLst>
                                      </p:cBhvr>
                                      <p:tavLst>
                                        <p:tav tm="0">
                                          <p:val>
                                            <p:strVal val="#ppt_y"/>
                                          </p:val>
                                        </p:tav>
                                        <p:tav tm="100000">
                                          <p:val>
                                            <p:strVal val="#ppt_y"/>
                                          </p:val>
                                        </p:tav>
                                      </p:tavLst>
                                    </p:anim>
                                  </p:childTnLst>
                                </p:cTn>
                              </p:par>
                              <p:par>
                                <p:cTn id="92" presetID="10" presetClass="entr" presetSubtype="0" fill="hold" nodeType="withEffect">
                                  <p:stCondLst>
                                    <p:cond delay="1000"/>
                                  </p:stCondLst>
                                  <p:childTnLst>
                                    <p:set>
                                      <p:cBhvr>
                                        <p:cTn id="93" dur="1" fill="hold">
                                          <p:stCondLst>
                                            <p:cond delay="0"/>
                                          </p:stCondLst>
                                        </p:cTn>
                                        <p:tgtEl>
                                          <p:spTgt spid="63"/>
                                        </p:tgtEl>
                                        <p:attrNameLst>
                                          <p:attrName>style.visibility</p:attrName>
                                        </p:attrNameLst>
                                      </p:cBhvr>
                                      <p:to>
                                        <p:strVal val="visible"/>
                                      </p:to>
                                    </p:set>
                                    <p:animEffect transition="in" filter="fade">
                                      <p:cBhvr>
                                        <p:cTn id="94" dur="500"/>
                                        <p:tgtEl>
                                          <p:spTgt spid="63"/>
                                        </p:tgtEl>
                                      </p:cBhvr>
                                    </p:animEffect>
                                  </p:childTnLst>
                                </p:cTn>
                              </p:par>
                              <p:par>
                                <p:cTn id="95" presetID="10" presetClass="entr" presetSubtype="0" fill="hold" nodeType="withEffect">
                                  <p:stCondLst>
                                    <p:cond delay="1000"/>
                                  </p:stCondLst>
                                  <p:childTnLst>
                                    <p:set>
                                      <p:cBhvr>
                                        <p:cTn id="96" dur="1" fill="hold">
                                          <p:stCondLst>
                                            <p:cond delay="0"/>
                                          </p:stCondLst>
                                        </p:cTn>
                                        <p:tgtEl>
                                          <p:spTgt spid="64"/>
                                        </p:tgtEl>
                                        <p:attrNameLst>
                                          <p:attrName>style.visibility</p:attrName>
                                        </p:attrNameLst>
                                      </p:cBhvr>
                                      <p:to>
                                        <p:strVal val="visible"/>
                                      </p:to>
                                    </p:set>
                                    <p:animEffect transition="in" filter="fade">
                                      <p:cBhvr>
                                        <p:cTn id="97" dur="500"/>
                                        <p:tgtEl>
                                          <p:spTgt spid="64"/>
                                        </p:tgtEl>
                                      </p:cBhvr>
                                    </p:animEffect>
                                  </p:childTnLst>
                                </p:cTn>
                              </p:par>
                              <p:par>
                                <p:cTn id="98" presetID="10" presetClass="entr" presetSubtype="0" fill="hold" nodeType="withEffect">
                                  <p:stCondLst>
                                    <p:cond delay="1000"/>
                                  </p:stCondLst>
                                  <p:childTnLst>
                                    <p:set>
                                      <p:cBhvr>
                                        <p:cTn id="99" dur="1" fill="hold">
                                          <p:stCondLst>
                                            <p:cond delay="0"/>
                                          </p:stCondLst>
                                        </p:cTn>
                                        <p:tgtEl>
                                          <p:spTgt spid="65"/>
                                        </p:tgtEl>
                                        <p:attrNameLst>
                                          <p:attrName>style.visibility</p:attrName>
                                        </p:attrNameLst>
                                      </p:cBhvr>
                                      <p:to>
                                        <p:strVal val="visible"/>
                                      </p:to>
                                    </p:set>
                                    <p:animEffect transition="in" filter="fade">
                                      <p:cBhvr>
                                        <p:cTn id="100" dur="500"/>
                                        <p:tgtEl>
                                          <p:spTgt spid="65"/>
                                        </p:tgtEl>
                                      </p:cBhvr>
                                    </p:animEffect>
                                  </p:childTnLst>
                                </p:cTn>
                              </p:par>
                              <p:par>
                                <p:cTn id="101" presetID="10" presetClass="entr" presetSubtype="0" fill="hold" nodeType="withEffect">
                                  <p:stCondLst>
                                    <p:cond delay="1000"/>
                                  </p:stCondLst>
                                  <p:childTnLst>
                                    <p:set>
                                      <p:cBhvr>
                                        <p:cTn id="102" dur="1" fill="hold">
                                          <p:stCondLst>
                                            <p:cond delay="0"/>
                                          </p:stCondLst>
                                        </p:cTn>
                                        <p:tgtEl>
                                          <p:spTgt spid="66"/>
                                        </p:tgtEl>
                                        <p:attrNameLst>
                                          <p:attrName>style.visibility</p:attrName>
                                        </p:attrNameLst>
                                      </p:cBhvr>
                                      <p:to>
                                        <p:strVal val="visible"/>
                                      </p:to>
                                    </p:set>
                                    <p:animEffect transition="in" filter="fade">
                                      <p:cBhvr>
                                        <p:cTn id="103"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5" name="文本框 4"/>
          <p:cNvSpPr txBox="1"/>
          <p:nvPr/>
        </p:nvSpPr>
        <p:spPr>
          <a:xfrm>
            <a:off x="4090473" y="3051627"/>
            <a:ext cx="3784805" cy="2031325"/>
          </a:xfrm>
          <a:prstGeom prst="rect">
            <a:avLst/>
          </a:prstGeom>
          <a:noFill/>
        </p:spPr>
        <p:txBody>
          <a:bodyPr wrap="square">
            <a:spAutoFit/>
          </a:bodyPr>
          <a:lstStyle/>
          <a:p>
            <a:pPr algn="dist"/>
            <a:r>
              <a:rPr lang="zh-CN" sz="6600" b="1">
                <a:solidFill>
                  <a:srgbClr val="1D73DA"/>
                </a:solidFill>
                <a:latin typeface="华文行楷" panose="02010800040101010101" charset="-122"/>
                <a:ea typeface="华文行楷" panose="02010800040101010101" charset="-122"/>
              </a:rPr>
              <a:t>未来愿景</a:t>
            </a:r>
          </a:p>
          <a:p>
            <a:pPr marL="0" lvl="0" indent="0" algn="dist" defTabSz="457200">
              <a:lnSpc>
                <a:spcPct val="100000"/>
              </a:lnSpc>
              <a:spcBef>
                <a:spcPts val="0"/>
              </a:spcBef>
              <a:spcAft>
                <a:spcPts val="0"/>
              </a:spcAft>
              <a:buNone/>
            </a:pPr>
            <a:endParaRPr lang="zh-CN" sz="6000" b="1" i="0" u="none" strike="noStrike" kern="1200" spc="0" baseline="0">
              <a:solidFill>
                <a:srgbClr val="1D73DA"/>
              </a:solidFill>
              <a:latin typeface="方正黑体简体"/>
              <a:ea typeface="方正黑体简体"/>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4747247" y="540713"/>
            <a:ext cx="1826141" cy="633187"/>
          </a:xfrm>
          <a:prstGeom prst="rect">
            <a:avLst/>
          </a:prstGeom>
        </p:spPr>
        <p:txBody>
          <a:bodyPr wrap="none">
            <a:spAutoFit/>
          </a:bodyPr>
          <a:lstStyle/>
          <a:p>
            <a:pPr>
              <a:lnSpc>
                <a:spcPct val="120000"/>
              </a:lnSpc>
            </a:pPr>
            <a:r>
              <a:rPr lang="zh-CN" sz="3200">
                <a:solidFill>
                  <a:schemeClr val="accent2"/>
                </a:solidFill>
                <a:latin typeface="方正黑体简体"/>
                <a:ea typeface="方正黑体简体"/>
              </a:rPr>
              <a:t>未来愿景</a:t>
            </a:r>
            <a:endParaRPr lang="en-US" sz="3200">
              <a:solidFill>
                <a:schemeClr val="accent2"/>
              </a:solidFill>
              <a:latin typeface="方正黑体简体"/>
              <a:ea typeface="方正黑体简体"/>
            </a:endParaRPr>
          </a:p>
        </p:txBody>
      </p:sp>
      <p:sp>
        <p:nvSpPr>
          <p:cNvPr id="3" name="文本框 2"/>
          <p:cNvSpPr txBox="1"/>
          <p:nvPr/>
        </p:nvSpPr>
        <p:spPr>
          <a:xfrm>
            <a:off x="3678912" y="1543106"/>
            <a:ext cx="7355674" cy="4065726"/>
          </a:xfrm>
          <a:prstGeom prst="rect">
            <a:avLst/>
          </a:prstGeom>
          <a:noFill/>
        </p:spPr>
        <p:txBody>
          <a:bodyPr wrap="square"/>
          <a:lstStyle/>
          <a:p>
            <a:r>
              <a:rPr lang="zh-CN" sz="1800">
                <a:solidFill>
                  <a:srgbClr val="1D73DA"/>
                </a:solidFill>
                <a:latin typeface="等线" panose="02010600030101010101" charset="-122"/>
                <a:ea typeface="宋体" panose="02010600030101010101" pitchFamily="2" charset="-122"/>
              </a:rPr>
              <a:t>   </a:t>
            </a:r>
            <a:r>
              <a:rPr lang="zh-CN" sz="2000">
                <a:solidFill>
                  <a:srgbClr val="1D73DA"/>
                </a:solidFill>
                <a:latin typeface="微软雅黑" panose="020B0503020204020204" pitchFamily="34" charset="-122"/>
                <a:ea typeface="微软雅黑" panose="020B0503020204020204" pitchFamily="34" charset="-122"/>
                <a:cs typeface="微软雅黑" panose="020B0503020204020204" pitchFamily="34" charset="-122"/>
              </a:rPr>
              <a:t>“小二”目前正处于研发阶段，我们初期专注于河南师范大学本校区内的二手书交易，交易形式为买家和卖家在网上达成交易共识，然后可以在我们线下的站点完成交易，也可通过快递完成交易；</a:t>
            </a:r>
          </a:p>
          <a:p>
            <a:r>
              <a:rPr lang="zh-CN" sz="2000">
                <a:solidFill>
                  <a:srgbClr val="1D73DA"/>
                </a:solidFill>
                <a:latin typeface="微软雅黑" panose="020B0503020204020204" pitchFamily="34" charset="-122"/>
                <a:ea typeface="微软雅黑" panose="020B0503020204020204" pitchFamily="34" charset="-122"/>
                <a:cs typeface="微软雅黑" panose="020B0503020204020204" pitchFamily="34" charset="-122"/>
              </a:rPr>
              <a:t>    在中期，我们会在新乡市的各大高校设立站点、甚至在新乡市的各个社区设立站点，当买家进行商品搜索时会以就近原则提供商品选择，如果本站点没有买家需要的商品，可以推荐附近站点的商品，如果仍然没有时买家可以发起商品求购信息；</a:t>
            </a:r>
          </a:p>
          <a:p>
            <a:r>
              <a:rPr lang="zh-CN" sz="2000">
                <a:solidFill>
                  <a:srgbClr val="1D73DA"/>
                </a:solidFill>
                <a:latin typeface="微软雅黑" panose="020B0503020204020204" pitchFamily="34" charset="-122"/>
                <a:ea typeface="微软雅黑" panose="020B0503020204020204" pitchFamily="34" charset="-122"/>
                <a:cs typeface="微软雅黑" panose="020B0503020204020204" pitchFamily="34" charset="-122"/>
              </a:rPr>
              <a:t>　　到后期，我们会将市场开展到全国的各大高校及社区，在每个高校或社区设立一个站点，该中型站点将附近的小站点进行连接，在每个城市再设立一个大型站点，将该城市的各个中型站点进行连接，之后各个大型站点再次形成连接。形成类似于局域网、城域网、广域网的连接，从而使各种资源能够得到充分的利用，起到减轻人们的经济负担和保护环境的作用。</a:t>
            </a:r>
          </a:p>
        </p:txBody>
      </p:sp>
      <p:pic>
        <p:nvPicPr>
          <p:cNvPr id="33" name="图片 32"/>
          <p:cNvPicPr/>
          <p:nvPr/>
        </p:nvPicPr>
        <p:blipFill>
          <a:blip r:embed="rId3"/>
          <a:srcRect t="-186" b="12801"/>
          <a:stretch>
            <a:fillRect/>
          </a:stretch>
        </p:blipFill>
        <p:spPr>
          <a:xfrm>
            <a:off x="499748" y="1457840"/>
            <a:ext cx="3104568" cy="4838700"/>
          </a:xfrm>
          <a:prstGeom prst="flowChartPreparation">
            <a:avLst/>
          </a:prstGeom>
          <a:gradFill rotWithShape="1">
            <a:gsLst>
              <a:gs pos="0">
                <a:srgbClr val="DFF8FF"/>
              </a:gs>
              <a:gs pos="100000">
                <a:srgbClr val="0397E2"/>
              </a:gs>
            </a:gsLst>
            <a:lin ang="8100000" scaled="1"/>
          </a:gradFill>
          <a:ln w="92075">
            <a:solidFill>
              <a:srgbClr val="0188FB">
                <a:alpha val="33333"/>
              </a:srgbClr>
            </a:solidFill>
            <a:prstDash val="solid"/>
          </a:ln>
          <a:effectLst>
            <a:outerShdw blurRad="76200" dist="127000" dir="2700000">
              <a:srgbClr val="000000">
                <a:alpha val="4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13" name="文本框 12"/>
          <p:cNvSpPr txBox="1"/>
          <p:nvPr/>
        </p:nvSpPr>
        <p:spPr>
          <a:xfrm>
            <a:off x="1677722" y="1989146"/>
            <a:ext cx="8555199" cy="1107996"/>
          </a:xfrm>
          <a:prstGeom prst="rect">
            <a:avLst/>
          </a:prstGeom>
          <a:noFill/>
        </p:spPr>
        <p:txBody>
          <a:bodyPr wrap="square">
            <a:spAutoFit/>
          </a:bodyPr>
          <a:lstStyle/>
          <a:p>
            <a:pPr algn="ctr"/>
            <a:r>
              <a:rPr lang="zh-CN" sz="6600">
                <a:solidFill>
                  <a:srgbClr val="1D73DA"/>
                </a:solidFill>
                <a:latin typeface="方正黑体简体"/>
                <a:ea typeface="方正黑体简体"/>
              </a:rPr>
              <a:t>感谢观看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7868}"/>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8e553bbf-f963-410b-b5f8-816301ea7c22}"/>
</p:tagLst>
</file>

<file path=ppt/theme/theme1.xml><?xml version="1.0" encoding="utf-8"?>
<a:theme xmlns:a="http://schemas.openxmlformats.org/drawingml/2006/main" name="Office 主题​​">
  <a:themeElements>
    <a:clrScheme name="Office">
      <a:dk1>
        <a:srgbClr val="FFFFFF"/>
      </a:dk1>
      <a:lt1>
        <a:srgbClr val="FFFFFF"/>
      </a:lt1>
      <a:dk2>
        <a:srgbClr val="FFFFFF"/>
      </a:dk2>
      <a:lt2>
        <a:srgbClr val="FFFFFF"/>
      </a:lt2>
      <a:accent1>
        <a:srgbClr val="1DADEC"/>
      </a:accent1>
      <a:accent2>
        <a:srgbClr val="1D73DA"/>
      </a:accent2>
      <a:accent3>
        <a:srgbClr val="1DADEC"/>
      </a:accent3>
      <a:accent4>
        <a:srgbClr val="1D73DA"/>
      </a:accent4>
      <a:accent5>
        <a:srgbClr val="1DADEC"/>
      </a:accent5>
      <a:accent6>
        <a:srgbClr val="1D73DA"/>
      </a:accent6>
      <a:hlink>
        <a:srgbClr val="1DADEC"/>
      </a:hlink>
      <a:folHlink>
        <a:srgbClr val="1D73DA"/>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自定义 186">
      <a:dk1>
        <a:srgbClr val="FFFFFF"/>
      </a:dk1>
      <a:lt1>
        <a:srgbClr val="FFFFFF"/>
      </a:lt1>
      <a:dk2>
        <a:srgbClr val="FFFFFF"/>
      </a:dk2>
      <a:lt2>
        <a:srgbClr val="FFFFFF"/>
      </a:lt2>
      <a:accent1>
        <a:srgbClr val="1DADEC"/>
      </a:accent1>
      <a:accent2>
        <a:srgbClr val="1D73DA"/>
      </a:accent2>
      <a:accent3>
        <a:srgbClr val="1DADEC"/>
      </a:accent3>
      <a:accent4>
        <a:srgbClr val="1D73DA"/>
      </a:accent4>
      <a:accent5>
        <a:srgbClr val="1DADEC"/>
      </a:accent5>
      <a:accent6>
        <a:srgbClr val="1D73DA"/>
      </a:accent6>
      <a:hlink>
        <a:srgbClr val="1DADEC"/>
      </a:hlink>
      <a:folHlink>
        <a:srgbClr val="1D73DA"/>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2422</Words>
  <Application>Microsoft Office PowerPoint</Application>
  <PresentationFormat>宽屏</PresentationFormat>
  <Paragraphs>213</Paragraphs>
  <Slides>23</Slides>
  <Notes>18</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23</vt:i4>
      </vt:variant>
    </vt:vector>
  </HeadingPairs>
  <TitlesOfParts>
    <vt:vector size="40" baseType="lpstr">
      <vt:lpstr>Lato Hairline</vt:lpstr>
      <vt:lpstr>Lato Light</vt:lpstr>
      <vt:lpstr>Lato Regular</vt:lpstr>
      <vt:lpstr>等线</vt:lpstr>
      <vt:lpstr>方正黑体简体</vt:lpstr>
      <vt:lpstr>华文楷体</vt:lpstr>
      <vt:lpstr>华文行楷</vt:lpstr>
      <vt:lpstr>苹方 粗体</vt:lpstr>
      <vt:lpstr>微软雅黑</vt:lpstr>
      <vt:lpstr>Arial</vt:lpstr>
      <vt:lpstr>Calibri</vt:lpstr>
      <vt:lpstr>Calibri Light</vt:lpstr>
      <vt:lpstr>Corbel</vt:lpstr>
      <vt:lpstr>Impact</vt:lpstr>
      <vt:lpstr>Open Sans</vt:lpstr>
      <vt:lpstr>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小西贝</dc:creator>
  <cp:lastModifiedBy>小 西贝</cp:lastModifiedBy>
  <cp:revision>7</cp:revision>
  <dcterms:created xsi:type="dcterms:W3CDTF">2021-04-29T08:20:00Z</dcterms:created>
  <dcterms:modified xsi:type="dcterms:W3CDTF">2021-04-29T10:21:27Z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355C7B57B3DC4965960497079BAFC426</vt:lpwstr>
  </property>
  <property fmtid="{D5CDD505-2E9C-101B-9397-08002B2CF9AE}" pid="3" name="KSOProductBuildVer">
    <vt:lpwstr>2052-11.1.0.10463</vt:lpwstr>
  </property>
</Properties>
</file>